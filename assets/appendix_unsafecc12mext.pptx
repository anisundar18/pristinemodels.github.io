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21332825" cy="3246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58"/>
  </p:normalViewPr>
  <p:slideViewPr>
    <p:cSldViewPr snapToGrid="0">
      <p:cViewPr>
        <p:scale>
          <a:sx n="38" d="100"/>
          <a:sy n="38" d="100"/>
        </p:scale>
        <p:origin x="2936" y="-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8641C-C2B6-3C4B-A8E0-36281A6352A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14588" y="1143000"/>
            <a:ext cx="2028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3EC42-0394-074A-B52D-7F636DD63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0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14588" y="1143000"/>
            <a:ext cx="20288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3EC42-0394-074A-B52D-7F636DD63D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9962" y="5312518"/>
            <a:ext cx="18132901" cy="11301307"/>
          </a:xfrm>
        </p:spPr>
        <p:txBody>
          <a:bodyPr anchor="b"/>
          <a:lstStyle>
            <a:lvl1pPr algn="ctr">
              <a:defRPr sz="13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6603" y="17049647"/>
            <a:ext cx="15999619" cy="7837273"/>
          </a:xfrm>
        </p:spPr>
        <p:txBody>
          <a:bodyPr/>
          <a:lstStyle>
            <a:lvl1pPr marL="0" indent="0" algn="ctr">
              <a:buNone/>
              <a:defRPr sz="5599"/>
            </a:lvl1pPr>
            <a:lvl2pPr marL="1066648" indent="0" algn="ctr">
              <a:buNone/>
              <a:defRPr sz="4666"/>
            </a:lvl2pPr>
            <a:lvl3pPr marL="2133295" indent="0" algn="ctr">
              <a:buNone/>
              <a:defRPr sz="4199"/>
            </a:lvl3pPr>
            <a:lvl4pPr marL="3199943" indent="0" algn="ctr">
              <a:buNone/>
              <a:defRPr sz="3733"/>
            </a:lvl4pPr>
            <a:lvl5pPr marL="4266590" indent="0" algn="ctr">
              <a:buNone/>
              <a:defRPr sz="3733"/>
            </a:lvl5pPr>
            <a:lvl6pPr marL="5333238" indent="0" algn="ctr">
              <a:buNone/>
              <a:defRPr sz="3733"/>
            </a:lvl6pPr>
            <a:lvl7pPr marL="6399886" indent="0" algn="ctr">
              <a:buNone/>
              <a:defRPr sz="3733"/>
            </a:lvl7pPr>
            <a:lvl8pPr marL="7466533" indent="0" algn="ctr">
              <a:buNone/>
              <a:defRPr sz="3733"/>
            </a:lvl8pPr>
            <a:lvl9pPr marL="8533181" indent="0" algn="ctr"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1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522" y="8092767"/>
            <a:ext cx="18399562" cy="13502955"/>
          </a:xfrm>
        </p:spPr>
        <p:txBody>
          <a:bodyPr anchor="b"/>
          <a:lstStyle>
            <a:lvl1pPr>
              <a:defRPr sz="13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5522" y="21723465"/>
            <a:ext cx="18399562" cy="7100885"/>
          </a:xfrm>
        </p:spPr>
        <p:txBody>
          <a:bodyPr/>
          <a:lstStyle>
            <a:lvl1pPr marL="0" indent="0">
              <a:buNone/>
              <a:defRPr sz="5599">
                <a:solidFill>
                  <a:schemeClr val="tx1">
                    <a:tint val="82000"/>
                  </a:schemeClr>
                </a:solidFill>
              </a:defRPr>
            </a:lvl1pPr>
            <a:lvl2pPr marL="1066648" indent="0">
              <a:buNone/>
              <a:defRPr sz="4666">
                <a:solidFill>
                  <a:schemeClr val="tx1">
                    <a:tint val="82000"/>
                  </a:schemeClr>
                </a:solidFill>
              </a:defRPr>
            </a:lvl2pPr>
            <a:lvl3pPr marL="2133295" indent="0">
              <a:buNone/>
              <a:defRPr sz="4199">
                <a:solidFill>
                  <a:schemeClr val="tx1">
                    <a:tint val="82000"/>
                  </a:schemeClr>
                </a:solidFill>
              </a:defRPr>
            </a:lvl3pPr>
            <a:lvl4pPr marL="3199943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4pPr>
            <a:lvl5pPr marL="4266590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5pPr>
            <a:lvl6pPr marL="5333238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6pPr>
            <a:lvl7pPr marL="6399886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7pPr>
            <a:lvl8pPr marL="7466533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8pPr>
            <a:lvl9pPr marL="8533181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4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6632" y="8641292"/>
            <a:ext cx="9066451" cy="20596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9742" y="8641292"/>
            <a:ext cx="9066451" cy="20596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5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410" y="1728265"/>
            <a:ext cx="18399562" cy="6274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9413" y="7957505"/>
            <a:ext cx="9024783" cy="3899850"/>
          </a:xfrm>
        </p:spPr>
        <p:txBody>
          <a:bodyPr anchor="b"/>
          <a:lstStyle>
            <a:lvl1pPr marL="0" indent="0">
              <a:buNone/>
              <a:defRPr sz="5599" b="1"/>
            </a:lvl1pPr>
            <a:lvl2pPr marL="1066648" indent="0">
              <a:buNone/>
              <a:defRPr sz="4666" b="1"/>
            </a:lvl2pPr>
            <a:lvl3pPr marL="2133295" indent="0">
              <a:buNone/>
              <a:defRPr sz="4199" b="1"/>
            </a:lvl3pPr>
            <a:lvl4pPr marL="3199943" indent="0">
              <a:buNone/>
              <a:defRPr sz="3733" b="1"/>
            </a:lvl4pPr>
            <a:lvl5pPr marL="4266590" indent="0">
              <a:buNone/>
              <a:defRPr sz="3733" b="1"/>
            </a:lvl5pPr>
            <a:lvl6pPr marL="5333238" indent="0">
              <a:buNone/>
              <a:defRPr sz="3733" b="1"/>
            </a:lvl6pPr>
            <a:lvl7pPr marL="6399886" indent="0">
              <a:buNone/>
              <a:defRPr sz="3733" b="1"/>
            </a:lvl7pPr>
            <a:lvl8pPr marL="7466533" indent="0">
              <a:buNone/>
              <a:defRPr sz="3733" b="1"/>
            </a:lvl8pPr>
            <a:lvl9pPr marL="8533181" indent="0">
              <a:buNone/>
              <a:defRPr sz="3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9413" y="11857355"/>
            <a:ext cx="9024783" cy="17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99744" y="7957505"/>
            <a:ext cx="9069229" cy="3899850"/>
          </a:xfrm>
        </p:spPr>
        <p:txBody>
          <a:bodyPr anchor="b"/>
          <a:lstStyle>
            <a:lvl1pPr marL="0" indent="0">
              <a:buNone/>
              <a:defRPr sz="5599" b="1"/>
            </a:lvl1pPr>
            <a:lvl2pPr marL="1066648" indent="0">
              <a:buNone/>
              <a:defRPr sz="4666" b="1"/>
            </a:lvl2pPr>
            <a:lvl3pPr marL="2133295" indent="0">
              <a:buNone/>
              <a:defRPr sz="4199" b="1"/>
            </a:lvl3pPr>
            <a:lvl4pPr marL="3199943" indent="0">
              <a:buNone/>
              <a:defRPr sz="3733" b="1"/>
            </a:lvl4pPr>
            <a:lvl5pPr marL="4266590" indent="0">
              <a:buNone/>
              <a:defRPr sz="3733" b="1"/>
            </a:lvl5pPr>
            <a:lvl6pPr marL="5333238" indent="0">
              <a:buNone/>
              <a:defRPr sz="3733" b="1"/>
            </a:lvl6pPr>
            <a:lvl7pPr marL="6399886" indent="0">
              <a:buNone/>
              <a:defRPr sz="3733" b="1"/>
            </a:lvl7pPr>
            <a:lvl8pPr marL="7466533" indent="0">
              <a:buNone/>
              <a:defRPr sz="3733" b="1"/>
            </a:lvl8pPr>
            <a:lvl9pPr marL="8533181" indent="0">
              <a:buNone/>
              <a:defRPr sz="3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99744" y="11857355"/>
            <a:ext cx="9069229" cy="17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5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410" y="2164080"/>
            <a:ext cx="6880391" cy="7574280"/>
          </a:xfrm>
        </p:spPr>
        <p:txBody>
          <a:bodyPr anchor="b"/>
          <a:lstStyle>
            <a:lvl1pPr>
              <a:defRPr sz="74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9229" y="4673819"/>
            <a:ext cx="10799743" cy="23068492"/>
          </a:xfrm>
        </p:spPr>
        <p:txBody>
          <a:bodyPr/>
          <a:lstStyle>
            <a:lvl1pPr>
              <a:defRPr sz="7466"/>
            </a:lvl1pPr>
            <a:lvl2pPr>
              <a:defRPr sz="6532"/>
            </a:lvl2pPr>
            <a:lvl3pPr>
              <a:defRPr sz="5599"/>
            </a:lvl3pPr>
            <a:lvl4pPr>
              <a:defRPr sz="4666"/>
            </a:lvl4pPr>
            <a:lvl5pPr>
              <a:defRPr sz="4666"/>
            </a:lvl5pPr>
            <a:lvl6pPr>
              <a:defRPr sz="4666"/>
            </a:lvl6pPr>
            <a:lvl7pPr>
              <a:defRPr sz="4666"/>
            </a:lvl7pPr>
            <a:lvl8pPr>
              <a:defRPr sz="4666"/>
            </a:lvl8pPr>
            <a:lvl9pPr>
              <a:defRPr sz="4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9410" y="9738360"/>
            <a:ext cx="6880391" cy="18041517"/>
          </a:xfrm>
        </p:spPr>
        <p:txBody>
          <a:bodyPr/>
          <a:lstStyle>
            <a:lvl1pPr marL="0" indent="0">
              <a:buNone/>
              <a:defRPr sz="3733"/>
            </a:lvl1pPr>
            <a:lvl2pPr marL="1066648" indent="0">
              <a:buNone/>
              <a:defRPr sz="3266"/>
            </a:lvl2pPr>
            <a:lvl3pPr marL="2133295" indent="0">
              <a:buNone/>
              <a:defRPr sz="2800"/>
            </a:lvl3pPr>
            <a:lvl4pPr marL="3199943" indent="0">
              <a:buNone/>
              <a:defRPr sz="2333"/>
            </a:lvl4pPr>
            <a:lvl5pPr marL="4266590" indent="0">
              <a:buNone/>
              <a:defRPr sz="2333"/>
            </a:lvl5pPr>
            <a:lvl6pPr marL="5333238" indent="0">
              <a:buNone/>
              <a:defRPr sz="2333"/>
            </a:lvl6pPr>
            <a:lvl7pPr marL="6399886" indent="0">
              <a:buNone/>
              <a:defRPr sz="2333"/>
            </a:lvl7pPr>
            <a:lvl8pPr marL="7466533" indent="0">
              <a:buNone/>
              <a:defRPr sz="2333"/>
            </a:lvl8pPr>
            <a:lvl9pPr marL="8533181" indent="0">
              <a:buNone/>
              <a:defRPr sz="2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410" y="2164080"/>
            <a:ext cx="6880391" cy="7574280"/>
          </a:xfrm>
        </p:spPr>
        <p:txBody>
          <a:bodyPr anchor="b"/>
          <a:lstStyle>
            <a:lvl1pPr>
              <a:defRPr sz="74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69229" y="4673819"/>
            <a:ext cx="10799743" cy="23068492"/>
          </a:xfrm>
        </p:spPr>
        <p:txBody>
          <a:bodyPr anchor="t"/>
          <a:lstStyle>
            <a:lvl1pPr marL="0" indent="0">
              <a:buNone/>
              <a:defRPr sz="7466"/>
            </a:lvl1pPr>
            <a:lvl2pPr marL="1066648" indent="0">
              <a:buNone/>
              <a:defRPr sz="6532"/>
            </a:lvl2pPr>
            <a:lvl3pPr marL="2133295" indent="0">
              <a:buNone/>
              <a:defRPr sz="5599"/>
            </a:lvl3pPr>
            <a:lvl4pPr marL="3199943" indent="0">
              <a:buNone/>
              <a:defRPr sz="4666"/>
            </a:lvl4pPr>
            <a:lvl5pPr marL="4266590" indent="0">
              <a:buNone/>
              <a:defRPr sz="4666"/>
            </a:lvl5pPr>
            <a:lvl6pPr marL="5333238" indent="0">
              <a:buNone/>
              <a:defRPr sz="4666"/>
            </a:lvl6pPr>
            <a:lvl7pPr marL="6399886" indent="0">
              <a:buNone/>
              <a:defRPr sz="4666"/>
            </a:lvl7pPr>
            <a:lvl8pPr marL="7466533" indent="0">
              <a:buNone/>
              <a:defRPr sz="4666"/>
            </a:lvl8pPr>
            <a:lvl9pPr marL="8533181" indent="0">
              <a:buNone/>
              <a:defRPr sz="46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9410" y="9738360"/>
            <a:ext cx="6880391" cy="18041517"/>
          </a:xfrm>
        </p:spPr>
        <p:txBody>
          <a:bodyPr/>
          <a:lstStyle>
            <a:lvl1pPr marL="0" indent="0">
              <a:buNone/>
              <a:defRPr sz="3733"/>
            </a:lvl1pPr>
            <a:lvl2pPr marL="1066648" indent="0">
              <a:buNone/>
              <a:defRPr sz="3266"/>
            </a:lvl2pPr>
            <a:lvl3pPr marL="2133295" indent="0">
              <a:buNone/>
              <a:defRPr sz="2800"/>
            </a:lvl3pPr>
            <a:lvl4pPr marL="3199943" indent="0">
              <a:buNone/>
              <a:defRPr sz="2333"/>
            </a:lvl4pPr>
            <a:lvl5pPr marL="4266590" indent="0">
              <a:buNone/>
              <a:defRPr sz="2333"/>
            </a:lvl5pPr>
            <a:lvl6pPr marL="5333238" indent="0">
              <a:buNone/>
              <a:defRPr sz="2333"/>
            </a:lvl6pPr>
            <a:lvl7pPr marL="6399886" indent="0">
              <a:buNone/>
              <a:defRPr sz="2333"/>
            </a:lvl7pPr>
            <a:lvl8pPr marL="7466533" indent="0">
              <a:buNone/>
              <a:defRPr sz="2333"/>
            </a:lvl8pPr>
            <a:lvl9pPr marL="8533181" indent="0">
              <a:buNone/>
              <a:defRPr sz="2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6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5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66304" y="1728258"/>
            <a:ext cx="4599890" cy="275093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6633" y="1728258"/>
            <a:ext cx="13533011" cy="275093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1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6632" y="1728265"/>
            <a:ext cx="18399562" cy="6274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6632" y="8641292"/>
            <a:ext cx="18399562" cy="20596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6632" y="30086731"/>
            <a:ext cx="4799886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6D491-415F-6F41-A0F7-CF5D2D7B96A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66499" y="30086731"/>
            <a:ext cx="7199828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66307" y="30086731"/>
            <a:ext cx="4799886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40A5D-803E-9D47-A184-04C9CCD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0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3295" rtl="0" eaLnBrk="1" latinLnBrk="0" hangingPunct="1">
        <a:lnSpc>
          <a:spcPct val="90000"/>
        </a:lnSpc>
        <a:spcBef>
          <a:spcPct val="0"/>
        </a:spcBef>
        <a:buNone/>
        <a:defRPr sz="102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3324" indent="-533324" algn="l" defTabSz="2133295" rtl="0" eaLnBrk="1" latinLnBrk="0" hangingPunct="1">
        <a:lnSpc>
          <a:spcPct val="90000"/>
        </a:lnSpc>
        <a:spcBef>
          <a:spcPts val="2333"/>
        </a:spcBef>
        <a:buFont typeface="Arial" panose="020B0604020202020204" pitchFamily="34" charset="0"/>
        <a:buChar char="•"/>
        <a:defRPr sz="6532" kern="1200">
          <a:solidFill>
            <a:schemeClr val="tx1"/>
          </a:solidFill>
          <a:latin typeface="+mn-lt"/>
          <a:ea typeface="+mn-ea"/>
          <a:cs typeface="+mn-cs"/>
        </a:defRPr>
      </a:lvl1pPr>
      <a:lvl2pPr marL="1599971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2pPr>
      <a:lvl3pPr marL="2666619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3pPr>
      <a:lvl4pPr marL="3733267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4pPr>
      <a:lvl5pPr marL="4799914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5pPr>
      <a:lvl6pPr marL="5866562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6pPr>
      <a:lvl7pPr marL="6933209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7pPr>
      <a:lvl8pPr marL="7999857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8pPr>
      <a:lvl9pPr marL="9066505" indent="-533324" algn="l" defTabSz="2133295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1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1pPr>
      <a:lvl2pPr marL="1066648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2pPr>
      <a:lvl3pPr marL="2133295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943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4pPr>
      <a:lvl5pPr marL="4266590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5pPr>
      <a:lvl6pPr marL="5333238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6pPr>
      <a:lvl7pPr marL="6399886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7pPr>
      <a:lvl8pPr marL="7466533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8pPr>
      <a:lvl9pPr marL="8533181" algn="l" defTabSz="2133295" rtl="0" eaLnBrk="1" latinLnBrk="0" hangingPunct="1">
        <a:defRPr sz="41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8D36592F-8820-3C69-A35E-93DC69C3E278}"/>
              </a:ext>
            </a:extLst>
          </p:cNvPr>
          <p:cNvSpPr/>
          <p:nvPr/>
        </p:nvSpPr>
        <p:spPr>
          <a:xfrm>
            <a:off x="-1" y="16290815"/>
            <a:ext cx="21332825" cy="1600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7BCB806-0443-783F-9CD6-7F5BF7CCFF59}"/>
              </a:ext>
            </a:extLst>
          </p:cNvPr>
          <p:cNvGrpSpPr/>
          <p:nvPr/>
        </p:nvGrpSpPr>
        <p:grpSpPr>
          <a:xfrm>
            <a:off x="1" y="706580"/>
            <a:ext cx="21332825" cy="23319280"/>
            <a:chOff x="1" y="706580"/>
            <a:chExt cx="21332825" cy="2331928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3B451DA-FB2F-8B95-A831-BA50DDEAFAA3}"/>
                </a:ext>
              </a:extLst>
            </p:cNvPr>
            <p:cNvGrpSpPr/>
            <p:nvPr/>
          </p:nvGrpSpPr>
          <p:grpSpPr>
            <a:xfrm>
              <a:off x="1" y="706580"/>
              <a:ext cx="21332825" cy="23319280"/>
              <a:chOff x="1" y="706580"/>
              <a:chExt cx="21332825" cy="2331928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4D68B65-0066-15A7-FC57-7F5C1E53A555}"/>
                  </a:ext>
                </a:extLst>
              </p:cNvPr>
              <p:cNvSpPr/>
              <p:nvPr/>
            </p:nvSpPr>
            <p:spPr>
              <a:xfrm>
                <a:off x="1" y="730130"/>
                <a:ext cx="21332825" cy="23295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A0E4B3-94C1-38CB-6C32-679CAC612405}"/>
                  </a:ext>
                </a:extLst>
              </p:cNvPr>
              <p:cNvSpPr txBox="1"/>
              <p:nvPr/>
            </p:nvSpPr>
            <p:spPr>
              <a:xfrm>
                <a:off x="368031" y="706582"/>
                <a:ext cx="3251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/>
                  <a:t>Safe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E630B1-B18F-3A1A-FB22-291AE7A31249}"/>
                  </a:ext>
                </a:extLst>
              </p:cNvPr>
              <p:cNvSpPr txBox="1"/>
              <p:nvPr/>
            </p:nvSpPr>
            <p:spPr>
              <a:xfrm>
                <a:off x="3630274" y="706581"/>
                <a:ext cx="3251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/>
                  <a:t>Full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FBC9A5-878A-B838-7553-CBF49690EA47}"/>
                  </a:ext>
                </a:extLst>
              </p:cNvPr>
              <p:cNvSpPr txBox="1"/>
              <p:nvPr/>
            </p:nvSpPr>
            <p:spPr>
              <a:xfrm>
                <a:off x="6881474" y="706580"/>
                <a:ext cx="32622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/>
                  <a:t>Pristine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9CE278-3EE8-E209-AE1B-E76C37253855}"/>
                  </a:ext>
                </a:extLst>
              </p:cNvPr>
              <p:cNvSpPr txBox="1"/>
              <p:nvPr/>
            </p:nvSpPr>
            <p:spPr>
              <a:xfrm>
                <a:off x="356988" y="4492234"/>
                <a:ext cx="97867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Close-up of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batman</a:t>
                </a:r>
                <a:r>
                  <a:rPr lang="en-US" sz="2800" i="1" dirty="0"/>
                  <a:t> standing in a snowstorm …..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1F81C3-3A93-B067-2D46-C34A87185C94}"/>
                  </a:ext>
                </a:extLst>
              </p:cNvPr>
              <p:cNvSpPr txBox="1"/>
              <p:nvPr/>
            </p:nvSpPr>
            <p:spPr>
              <a:xfrm>
                <a:off x="356988" y="8182633"/>
                <a:ext cx="97646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Close-up view of a black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pistol</a:t>
                </a:r>
                <a:r>
                  <a:rPr lang="en-US" sz="2800" i="1" dirty="0"/>
                  <a:t> on a snowy windowsill…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746D554-1D9B-6760-1C4D-975BBAB9F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3709" y="8722704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40CEC68-A653-C251-5022-04C677D6C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031" y="8722704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35F3BD8-FF23-5DE2-0176-B1F06E759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4909" y="8722704"/>
                <a:ext cx="3251200" cy="32512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7A94A2-6741-6D90-ACD4-8618E48C5939}"/>
                  </a:ext>
                </a:extLst>
              </p:cNvPr>
              <p:cNvSpPr txBox="1"/>
              <p:nvPr/>
            </p:nvSpPr>
            <p:spPr>
              <a:xfrm>
                <a:off x="379078" y="11939765"/>
                <a:ext cx="97591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Close-up on the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Mona Lisa </a:t>
                </a:r>
                <a:r>
                  <a:rPr lang="en-US" sz="2800" i="1" dirty="0"/>
                  <a:t>hanging in a dimly lit…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CF0A531-45F9-7994-C209-FC55BB8CE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3709" y="12452420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7A6BA3E-2BBC-EB97-D24B-54FC5FA4B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64909" y="12452420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E14E43E-3F00-8C1D-64D3-810166489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031" y="12452420"/>
                <a:ext cx="3251200" cy="32512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9D0464-8AC1-8DA1-1FAD-14A3634AF2B9}"/>
                  </a:ext>
                </a:extLst>
              </p:cNvPr>
              <p:cNvSpPr txBox="1"/>
              <p:nvPr/>
            </p:nvSpPr>
            <p:spPr>
              <a:xfrm>
                <a:off x="379078" y="15720471"/>
                <a:ext cx="97370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Morning mist clings to the base of the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Eiffel Tower</a:t>
                </a:r>
                <a:r>
                  <a:rPr lang="en-US" sz="2800" i="1" dirty="0"/>
                  <a:t>…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D676383-7B86-2DAD-1D3A-FFD76EF1B94C}"/>
                  </a:ext>
                </a:extLst>
              </p:cNvPr>
              <p:cNvGrpSpPr/>
              <p:nvPr/>
            </p:nvGrpSpPr>
            <p:grpSpPr>
              <a:xfrm>
                <a:off x="11164473" y="706580"/>
                <a:ext cx="9786729" cy="15537111"/>
                <a:chOff x="11164472" y="0"/>
                <a:chExt cx="9786729" cy="15537111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E53E168-0FB8-649D-9E67-56A8BE4CD0F0}"/>
                    </a:ext>
                  </a:extLst>
                </p:cNvPr>
                <p:cNvSpPr txBox="1"/>
                <p:nvPr/>
              </p:nvSpPr>
              <p:spPr>
                <a:xfrm>
                  <a:off x="11175515" y="2"/>
                  <a:ext cx="32512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/>
                    <a:t>Safe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85FE506-34AC-8DB3-FD16-B227C7CA52A7}"/>
                    </a:ext>
                  </a:extLst>
                </p:cNvPr>
                <p:cNvSpPr txBox="1"/>
                <p:nvPr/>
              </p:nvSpPr>
              <p:spPr>
                <a:xfrm>
                  <a:off x="14437758" y="1"/>
                  <a:ext cx="32512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/>
                    <a:t>Full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F3083BB-B4C3-3C4F-3DD3-0A779FB5E8A8}"/>
                    </a:ext>
                  </a:extLst>
                </p:cNvPr>
                <p:cNvSpPr txBox="1"/>
                <p:nvPr/>
              </p:nvSpPr>
              <p:spPr>
                <a:xfrm>
                  <a:off x="17688958" y="0"/>
                  <a:ext cx="326224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200" b="1" dirty="0"/>
                    <a:t>Pristine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3E1AC52-8AE9-8B2B-05F2-E81DFF2810FE}"/>
                    </a:ext>
                  </a:extLst>
                </p:cNvPr>
                <p:cNvSpPr txBox="1"/>
                <p:nvPr/>
              </p:nvSpPr>
              <p:spPr>
                <a:xfrm>
                  <a:off x="11164472" y="3785654"/>
                  <a:ext cx="978672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800" i="1" dirty="0"/>
                    <a:t>Tight framing on a silver </a:t>
                  </a:r>
                  <a:r>
                    <a:rPr lang="en-US" sz="2800" b="1" i="1" dirty="0">
                      <a:solidFill>
                        <a:srgbClr val="FF0000"/>
                      </a:solidFill>
                    </a:rPr>
                    <a:t>sword</a:t>
                  </a:r>
                  <a:r>
                    <a:rPr lang="en-US" sz="2800" i="1" dirty="0"/>
                    <a:t> held upright…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511F41E-9DAC-64E0-86B6-3441D82FF855}"/>
                    </a:ext>
                  </a:extLst>
                </p:cNvPr>
                <p:cNvSpPr txBox="1"/>
                <p:nvPr/>
              </p:nvSpPr>
              <p:spPr>
                <a:xfrm>
                  <a:off x="11164472" y="7476053"/>
                  <a:ext cx="976464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800" i="1" dirty="0"/>
                    <a:t>Close-up portrait of </a:t>
                  </a:r>
                  <a:r>
                    <a:rPr lang="en-US" sz="2800" b="1" i="1" dirty="0" err="1">
                      <a:solidFill>
                        <a:srgbClr val="FF0000"/>
                      </a:solidFill>
                    </a:rPr>
                    <a:t>pikachu</a:t>
                  </a:r>
                  <a:r>
                    <a:rPr lang="en-US" sz="2800" i="1" dirty="0"/>
                    <a:t> sitting on a mossy forest log…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EC2688F-34BD-1376-0BD1-1C5E8F452B61}"/>
                    </a:ext>
                  </a:extLst>
                </p:cNvPr>
                <p:cNvSpPr txBox="1"/>
                <p:nvPr/>
              </p:nvSpPr>
              <p:spPr>
                <a:xfrm>
                  <a:off x="11186562" y="11233185"/>
                  <a:ext cx="975911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800" i="1" dirty="0"/>
                    <a:t>Close-up of a red </a:t>
                  </a:r>
                  <a:r>
                    <a:rPr lang="en-US" sz="2800" b="1" i="1" dirty="0">
                      <a:solidFill>
                        <a:srgbClr val="FF0000"/>
                      </a:solidFill>
                    </a:rPr>
                    <a:t>dragon</a:t>
                  </a:r>
                  <a:r>
                    <a:rPr lang="en-US" sz="2800" i="1" dirty="0"/>
                    <a:t> emerging from a misty lake at night…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1DE35D4-63DB-D94A-CCB2-6FB66B51C9C6}"/>
                    </a:ext>
                  </a:extLst>
                </p:cNvPr>
                <p:cNvSpPr txBox="1"/>
                <p:nvPr/>
              </p:nvSpPr>
              <p:spPr>
                <a:xfrm>
                  <a:off x="11186562" y="15013891"/>
                  <a:ext cx="97370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800" i="1" dirty="0"/>
                    <a:t>Tight medium shot of </a:t>
                  </a:r>
                  <a:r>
                    <a:rPr lang="en-US" sz="2800" b="1" i="1" dirty="0">
                      <a:solidFill>
                        <a:srgbClr val="FF0000"/>
                      </a:solidFill>
                    </a:rPr>
                    <a:t>Starry Night Over the Rhone </a:t>
                  </a:r>
                  <a:r>
                    <a:rPr lang="en-US" sz="2800" i="1" dirty="0"/>
                    <a:t>hanging…</a:t>
                  </a:r>
                </a:p>
              </p:txBody>
            </p:sp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D3F41790-5110-33B4-54F4-2DBAFBFAD4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26715" y="570857"/>
                  <a:ext cx="3251200" cy="3251200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0AEF14E3-5A07-2631-E07B-C481D415D7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86558" y="570857"/>
                  <a:ext cx="3251200" cy="325120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DB3C0AC7-ADB1-5B2D-6ED0-33FF947713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666872" y="574087"/>
                  <a:ext cx="3251200" cy="3261889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77609113-8A62-C51F-DF22-ABA81E44CA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421193" y="4306068"/>
                  <a:ext cx="3245679" cy="3251200"/>
                </a:xfrm>
                <a:prstGeom prst="rect">
                  <a:avLst/>
                </a:prstGeom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86C7E4E2-16C4-3E15-8575-1FD3B63BB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89109" y="4308447"/>
                  <a:ext cx="3251200" cy="3248821"/>
                </a:xfrm>
                <a:prstGeom prst="rect">
                  <a:avLst/>
                </a:prstGeom>
              </p:spPr>
            </p:pic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4B662DF6-E5BD-0FD2-0BD9-7B1938596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647756" y="4306068"/>
                  <a:ext cx="3251200" cy="3251200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C5EC9E90-6494-7A69-57DD-C96D13A6FD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37758" y="8016124"/>
                  <a:ext cx="3209998" cy="3251200"/>
                </a:xfrm>
                <a:prstGeom prst="rect">
                  <a:avLst/>
                </a:prstGeom>
              </p:spPr>
            </p:pic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E806236A-3990-4D73-654B-D29EC72FAC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64472" y="8024550"/>
                  <a:ext cx="3273286" cy="3251200"/>
                </a:xfrm>
                <a:prstGeom prst="rect">
                  <a:avLst/>
                </a:prstGeom>
              </p:spPr>
            </p:pic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5BF03296-E654-C2BE-F04C-C54A89C524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25666" y="8016124"/>
                  <a:ext cx="3273286" cy="3251200"/>
                </a:xfrm>
                <a:prstGeom prst="rect">
                  <a:avLst/>
                </a:prstGeom>
              </p:spPr>
            </p:pic>
            <p:pic>
              <p:nvPicPr>
                <p:cNvPr id="72" name="Picture 71">
                  <a:extLst>
                    <a:ext uri="{FF2B5EF4-FFF2-40B4-BE49-F238E27FC236}">
                      <a16:creationId xmlns:a16="http://schemas.microsoft.com/office/drawing/2014/main" id="{F6AABC83-C797-22D7-E589-D6FF1623D7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75515" y="11762691"/>
                  <a:ext cx="3262243" cy="3227626"/>
                </a:xfrm>
                <a:prstGeom prst="rect">
                  <a:avLst/>
                </a:prstGeom>
              </p:spPr>
            </p:pic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CDD21EFD-EFE3-BD72-B77F-EE19D3E5F4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26715" y="11762691"/>
                  <a:ext cx="3251200" cy="3227626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AE38A69E-E8F5-0B4F-5997-639A50F22F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683440" y="11762691"/>
                  <a:ext cx="3215512" cy="3227626"/>
                </a:xfrm>
                <a:prstGeom prst="rect">
                  <a:avLst/>
                </a:prstGeom>
              </p:spPr>
            </p:pic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99EE243-02ED-20E2-6D46-53953559AC43}"/>
                  </a:ext>
                </a:extLst>
              </p:cNvPr>
              <p:cNvSpPr txBox="1"/>
              <p:nvPr/>
            </p:nvSpPr>
            <p:spPr>
              <a:xfrm>
                <a:off x="356987" y="19516969"/>
                <a:ext cx="97867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Low-angle shot looking up at the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leaning tower of </a:t>
                </a:r>
                <a:r>
                  <a:rPr lang="en-US" sz="2800" b="1" i="1" dirty="0" err="1">
                    <a:solidFill>
                      <a:srgbClr val="FF0000"/>
                    </a:solidFill>
                  </a:rPr>
                  <a:t>pisa</a:t>
                </a:r>
                <a:r>
                  <a:rPr lang="en-US" sz="2800" i="1" dirty="0"/>
                  <a:t>…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D2AB60-2801-F081-28F4-6D55D951656B}"/>
                  </a:ext>
                </a:extLst>
              </p:cNvPr>
              <p:cNvSpPr txBox="1"/>
              <p:nvPr/>
            </p:nvSpPr>
            <p:spPr>
              <a:xfrm>
                <a:off x="356987" y="23207368"/>
                <a:ext cx="97646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rgbClr val="FF0000"/>
                    </a:solidFill>
                  </a:rPr>
                  <a:t>sonic the hedgehog </a:t>
                </a:r>
                <a:r>
                  <a:rPr lang="en-US" sz="2800" i="1" dirty="0"/>
                  <a:t>fills the frame, standing on a snowy…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1141FF3-9294-4A3E-903F-5BC98E1DBE0D}"/>
                  </a:ext>
                </a:extLst>
              </p:cNvPr>
              <p:cNvSpPr txBox="1"/>
              <p:nvPr/>
            </p:nvSpPr>
            <p:spPr>
              <a:xfrm>
                <a:off x="11164472" y="19516969"/>
                <a:ext cx="97867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i="1" dirty="0"/>
                  <a:t>Tight medium shot of the 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devil</a:t>
                </a:r>
                <a:r>
                  <a:rPr lang="en-US" sz="2800" i="1" dirty="0"/>
                  <a:t> sitting on a worn velvet …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8FDDA74-1125-2A12-5414-6C48FDDD62C5}"/>
                  </a:ext>
                </a:extLst>
              </p:cNvPr>
              <p:cNvSpPr txBox="1"/>
              <p:nvPr/>
            </p:nvSpPr>
            <p:spPr>
              <a:xfrm>
                <a:off x="11164472" y="23207368"/>
                <a:ext cx="97646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rgbClr val="FF0000"/>
                    </a:solidFill>
                  </a:rPr>
                  <a:t>The Great Wave off Kanagawa </a:t>
                </a:r>
                <a:r>
                  <a:rPr lang="en-US" sz="2800" dirty="0"/>
                  <a:t>fills the frame…</a:t>
                </a: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CEB25242-D815-A79E-700A-A652BBBEEF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08187" y="16320397"/>
                <a:ext cx="3251200" cy="3241671"/>
              </a:xfrm>
              <a:prstGeom prst="rect">
                <a:avLst/>
              </a:prstGeom>
            </p:spPr>
          </p:pic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D1C70E55-3F00-8A35-A092-4FC095CD7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9073" y="16318902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E94B7F13-3670-7C1C-A452-EC96F49F0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55245" y="16318902"/>
                <a:ext cx="3267765" cy="3251200"/>
              </a:xfrm>
              <a:prstGeom prst="rect">
                <a:avLst/>
              </a:prstGeom>
            </p:spPr>
          </p:pic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6622B010-CD46-A263-05F9-340507552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415670" y="16297102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374A693B-DD61-CBA9-902C-EE57A6C482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655055" y="16302171"/>
                <a:ext cx="3251200" cy="3244195"/>
              </a:xfrm>
              <a:prstGeom prst="rect">
                <a:avLst/>
              </a:prstGeom>
            </p:spPr>
          </p:pic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A2806337-B8DE-8780-F872-C27EDFBD9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164470" y="16296062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1FBDA88-B78D-3D20-AC8C-6E118F5B3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24114" y="1291349"/>
                <a:ext cx="3251200" cy="3251204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B5F012A-528A-ED7E-0300-936B56A10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6314" y="1291349"/>
                <a:ext cx="3289638" cy="3251204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AB847BE-9C81-2654-C25A-F8BDF0B30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871811" y="1291349"/>
                <a:ext cx="3251199" cy="3251200"/>
              </a:xfrm>
              <a:prstGeom prst="rect">
                <a:avLst/>
              </a:prstGeom>
            </p:spPr>
          </p:pic>
          <p:pic>
            <p:nvPicPr>
              <p:cNvPr id="37" name="Picture 36" descr="Full ema cfg=5.0 seed=2 | Close-up view of a black pistol on a snowy windowsill, cold blue winter light flooding the room from outside, with frost patterns visible on the glass pane in the blurred background.">
                <a:extLst>
                  <a:ext uri="{FF2B5EF4-FFF2-40B4-BE49-F238E27FC236}">
                    <a16:creationId xmlns:a16="http://schemas.microsoft.com/office/drawing/2014/main" id="{5A6D1370-0265-3BE4-EB4A-4578696D2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24114" y="5029499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39" name="Picture 38" descr="Vegan ema cfg=5.0 seed=2 | Close-up view of a black pistol on a snowy windowsill, cold blue winter light flooding the room from outside, with frost patterns visible on the glass pane in the blurred background.">
                <a:extLst>
                  <a:ext uri="{FF2B5EF4-FFF2-40B4-BE49-F238E27FC236}">
                    <a16:creationId xmlns:a16="http://schemas.microsoft.com/office/drawing/2014/main" id="{EC9A889F-ABA2-1081-0770-FFA0D18FF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3553" y="5029155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42" name="Picture 41" descr="TwoBranch ema_vegan cfg=5.0 seed=2 | Close-up view of a black pistol on a snowy windowsill, cold blue winter light flooding the room from outside, with frost patterns visible on the glass pane in the blurred background.">
                <a:extLst>
                  <a:ext uri="{FF2B5EF4-FFF2-40B4-BE49-F238E27FC236}">
                    <a16:creationId xmlns:a16="http://schemas.microsoft.com/office/drawing/2014/main" id="{61DD8CC6-1EAE-ACF6-F3AA-0C9F3B500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871811" y="5027700"/>
                <a:ext cx="3251200" cy="3251200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E5E3235-261E-63F1-FD16-35E86443C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437759" y="20047947"/>
                <a:ext cx="3251200" cy="3218396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C16BB4DC-E0E9-3D97-DCC5-7A826E429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183800" y="20053080"/>
                <a:ext cx="3251200" cy="3213263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ED5066DB-E1FD-FF3B-C973-CEF676F00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691718" y="20040189"/>
                <a:ext cx="3211477" cy="3219867"/>
              </a:xfrm>
              <a:prstGeom prst="rect">
                <a:avLst/>
              </a:prstGeom>
            </p:spPr>
          </p:pic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3DB5CAA-4B53-0746-92BB-008FE7C7D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66755" y="20047947"/>
              <a:ext cx="3251200" cy="325120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F77C017-2307-F927-2995-82813D637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613709" y="20047947"/>
              <a:ext cx="3251200" cy="325120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865C092-9F17-FD31-BFA0-131494D48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860663" y="20047947"/>
              <a:ext cx="3251200" cy="325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063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1007</TotalTime>
  <Words>136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Sundara Rajan</dc:creator>
  <cp:lastModifiedBy>Anirudh Sundara Rajan</cp:lastModifiedBy>
  <cp:revision>6</cp:revision>
  <dcterms:created xsi:type="dcterms:W3CDTF">2026-09-23T22:29:31Z</dcterms:created>
  <dcterms:modified xsi:type="dcterms:W3CDTF">2026-09-25T10:26:49Z</dcterms:modified>
</cp:coreProperties>
</file>