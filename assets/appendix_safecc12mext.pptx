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0" r:id="rId1"/>
  </p:sldMasterIdLst>
  <p:notesMasterIdLst>
    <p:notesMasterId r:id="rId3"/>
  </p:notesMasterIdLst>
  <p:sldIdLst>
    <p:sldId id="256" r:id="rId2"/>
  </p:sldIdLst>
  <p:sldSz cx="20666075" cy="170989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86"/>
    <p:restoredTop sz="94588"/>
  </p:normalViewPr>
  <p:slideViewPr>
    <p:cSldViewPr snapToGrid="0">
      <p:cViewPr varScale="1">
        <p:scale>
          <a:sx n="84" d="100"/>
          <a:sy n="84" d="100"/>
        </p:scale>
        <p:origin x="6848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D8641C-C2B6-3C4B-A8E0-36281A6352AA}" type="datetimeFigureOut">
              <a:rPr lang="en-US" smtClean="0"/>
              <a:t>9/25/26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565275" y="1143000"/>
            <a:ext cx="37274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33EC42-0394-074A-B52D-7F636DD63D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909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43285" rtl="0" eaLnBrk="1" latinLnBrk="0" hangingPunct="1">
      <a:defRPr sz="845" kern="1200">
        <a:solidFill>
          <a:schemeClr val="tx1"/>
        </a:solidFill>
        <a:latin typeface="+mn-lt"/>
        <a:ea typeface="+mn-ea"/>
        <a:cs typeface="+mn-cs"/>
      </a:defRPr>
    </a:lvl1pPr>
    <a:lvl2pPr marL="321642" algn="l" defTabSz="643285" rtl="0" eaLnBrk="1" latinLnBrk="0" hangingPunct="1">
      <a:defRPr sz="845" kern="1200">
        <a:solidFill>
          <a:schemeClr val="tx1"/>
        </a:solidFill>
        <a:latin typeface="+mn-lt"/>
        <a:ea typeface="+mn-ea"/>
        <a:cs typeface="+mn-cs"/>
      </a:defRPr>
    </a:lvl2pPr>
    <a:lvl3pPr marL="643285" algn="l" defTabSz="643285" rtl="0" eaLnBrk="1" latinLnBrk="0" hangingPunct="1">
      <a:defRPr sz="845" kern="1200">
        <a:solidFill>
          <a:schemeClr val="tx1"/>
        </a:solidFill>
        <a:latin typeface="+mn-lt"/>
        <a:ea typeface="+mn-ea"/>
        <a:cs typeface="+mn-cs"/>
      </a:defRPr>
    </a:lvl3pPr>
    <a:lvl4pPr marL="964926" algn="l" defTabSz="643285" rtl="0" eaLnBrk="1" latinLnBrk="0" hangingPunct="1">
      <a:defRPr sz="845" kern="1200">
        <a:solidFill>
          <a:schemeClr val="tx1"/>
        </a:solidFill>
        <a:latin typeface="+mn-lt"/>
        <a:ea typeface="+mn-ea"/>
        <a:cs typeface="+mn-cs"/>
      </a:defRPr>
    </a:lvl4pPr>
    <a:lvl5pPr marL="1286569" algn="l" defTabSz="643285" rtl="0" eaLnBrk="1" latinLnBrk="0" hangingPunct="1">
      <a:defRPr sz="845" kern="1200">
        <a:solidFill>
          <a:schemeClr val="tx1"/>
        </a:solidFill>
        <a:latin typeface="+mn-lt"/>
        <a:ea typeface="+mn-ea"/>
        <a:cs typeface="+mn-cs"/>
      </a:defRPr>
    </a:lvl5pPr>
    <a:lvl6pPr marL="1608211" algn="l" defTabSz="643285" rtl="0" eaLnBrk="1" latinLnBrk="0" hangingPunct="1">
      <a:defRPr sz="845" kern="1200">
        <a:solidFill>
          <a:schemeClr val="tx1"/>
        </a:solidFill>
        <a:latin typeface="+mn-lt"/>
        <a:ea typeface="+mn-ea"/>
        <a:cs typeface="+mn-cs"/>
      </a:defRPr>
    </a:lvl6pPr>
    <a:lvl7pPr marL="1929853" algn="l" defTabSz="643285" rtl="0" eaLnBrk="1" latinLnBrk="0" hangingPunct="1">
      <a:defRPr sz="845" kern="1200">
        <a:solidFill>
          <a:schemeClr val="tx1"/>
        </a:solidFill>
        <a:latin typeface="+mn-lt"/>
        <a:ea typeface="+mn-ea"/>
        <a:cs typeface="+mn-cs"/>
      </a:defRPr>
    </a:lvl7pPr>
    <a:lvl8pPr marL="2251496" algn="l" defTabSz="643285" rtl="0" eaLnBrk="1" latinLnBrk="0" hangingPunct="1">
      <a:defRPr sz="845" kern="1200">
        <a:solidFill>
          <a:schemeClr val="tx1"/>
        </a:solidFill>
        <a:latin typeface="+mn-lt"/>
        <a:ea typeface="+mn-ea"/>
        <a:cs typeface="+mn-cs"/>
      </a:defRPr>
    </a:lvl8pPr>
    <a:lvl9pPr marL="2573138" algn="l" defTabSz="643285" rtl="0" eaLnBrk="1" latinLnBrk="0" hangingPunct="1">
      <a:defRPr sz="84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565275" y="1143000"/>
            <a:ext cx="372745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33EC42-0394-074A-B52D-7F636DD63D4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8822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49956" y="2798373"/>
            <a:ext cx="17566164" cy="5952972"/>
          </a:xfrm>
        </p:spPr>
        <p:txBody>
          <a:bodyPr anchor="b"/>
          <a:lstStyle>
            <a:lvl1pPr algn="ctr">
              <a:defRPr sz="1356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3260" y="8980915"/>
            <a:ext cx="15499556" cy="4128290"/>
          </a:xfrm>
        </p:spPr>
        <p:txBody>
          <a:bodyPr/>
          <a:lstStyle>
            <a:lvl1pPr marL="0" indent="0" algn="ctr">
              <a:buNone/>
              <a:defRPr sz="5424"/>
            </a:lvl1pPr>
            <a:lvl2pPr marL="1033318" indent="0" algn="ctr">
              <a:buNone/>
              <a:defRPr sz="4520"/>
            </a:lvl2pPr>
            <a:lvl3pPr marL="2066635" indent="0" algn="ctr">
              <a:buNone/>
              <a:defRPr sz="4068"/>
            </a:lvl3pPr>
            <a:lvl4pPr marL="3099953" indent="0" algn="ctr">
              <a:buNone/>
              <a:defRPr sz="3616"/>
            </a:lvl4pPr>
            <a:lvl5pPr marL="4133271" indent="0" algn="ctr">
              <a:buNone/>
              <a:defRPr sz="3616"/>
            </a:lvl5pPr>
            <a:lvl6pPr marL="5166589" indent="0" algn="ctr">
              <a:buNone/>
              <a:defRPr sz="3616"/>
            </a:lvl6pPr>
            <a:lvl7pPr marL="6199906" indent="0" algn="ctr">
              <a:buNone/>
              <a:defRPr sz="3616"/>
            </a:lvl7pPr>
            <a:lvl8pPr marL="7233224" indent="0" algn="ctr">
              <a:buNone/>
              <a:defRPr sz="3616"/>
            </a:lvl8pPr>
            <a:lvl9pPr marL="8266542" indent="0" algn="ctr">
              <a:buNone/>
              <a:defRPr sz="361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6D491-415F-6F41-A0F7-CF5D2D7B96A8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40A5D-803E-9D47-A184-04C9CCD13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890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6D491-415F-6F41-A0F7-CF5D2D7B96A8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40A5D-803E-9D47-A184-04C9CCD13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0269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0030" y="4262872"/>
            <a:ext cx="17824490" cy="7112692"/>
          </a:xfrm>
        </p:spPr>
        <p:txBody>
          <a:bodyPr anchor="b"/>
          <a:lstStyle>
            <a:lvl1pPr>
              <a:defRPr sz="1356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0030" y="11442853"/>
            <a:ext cx="17824490" cy="3740397"/>
          </a:xfrm>
        </p:spPr>
        <p:txBody>
          <a:bodyPr/>
          <a:lstStyle>
            <a:lvl1pPr marL="0" indent="0">
              <a:buNone/>
              <a:defRPr sz="5424">
                <a:solidFill>
                  <a:schemeClr val="tx1">
                    <a:tint val="82000"/>
                  </a:schemeClr>
                </a:solidFill>
              </a:defRPr>
            </a:lvl1pPr>
            <a:lvl2pPr marL="1033318" indent="0">
              <a:buNone/>
              <a:defRPr sz="4520">
                <a:solidFill>
                  <a:schemeClr val="tx1">
                    <a:tint val="82000"/>
                  </a:schemeClr>
                </a:solidFill>
              </a:defRPr>
            </a:lvl2pPr>
            <a:lvl3pPr marL="2066635" indent="0">
              <a:buNone/>
              <a:defRPr sz="4068">
                <a:solidFill>
                  <a:schemeClr val="tx1">
                    <a:tint val="82000"/>
                  </a:schemeClr>
                </a:solidFill>
              </a:defRPr>
            </a:lvl3pPr>
            <a:lvl4pPr marL="3099953" indent="0">
              <a:buNone/>
              <a:defRPr sz="3616">
                <a:solidFill>
                  <a:schemeClr val="tx1">
                    <a:tint val="82000"/>
                  </a:schemeClr>
                </a:solidFill>
              </a:defRPr>
            </a:lvl4pPr>
            <a:lvl5pPr marL="4133271" indent="0">
              <a:buNone/>
              <a:defRPr sz="3616">
                <a:solidFill>
                  <a:schemeClr val="tx1">
                    <a:tint val="82000"/>
                  </a:schemeClr>
                </a:solidFill>
              </a:defRPr>
            </a:lvl5pPr>
            <a:lvl6pPr marL="5166589" indent="0">
              <a:buNone/>
              <a:defRPr sz="3616">
                <a:solidFill>
                  <a:schemeClr val="tx1">
                    <a:tint val="82000"/>
                  </a:schemeClr>
                </a:solidFill>
              </a:defRPr>
            </a:lvl6pPr>
            <a:lvl7pPr marL="6199906" indent="0">
              <a:buNone/>
              <a:defRPr sz="3616">
                <a:solidFill>
                  <a:schemeClr val="tx1">
                    <a:tint val="82000"/>
                  </a:schemeClr>
                </a:solidFill>
              </a:defRPr>
            </a:lvl7pPr>
            <a:lvl8pPr marL="7233224" indent="0">
              <a:buNone/>
              <a:defRPr sz="3616">
                <a:solidFill>
                  <a:schemeClr val="tx1">
                    <a:tint val="82000"/>
                  </a:schemeClr>
                </a:solidFill>
              </a:defRPr>
            </a:lvl8pPr>
            <a:lvl9pPr marL="8266542" indent="0">
              <a:buNone/>
              <a:defRPr sz="361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6D491-415F-6F41-A0F7-CF5D2D7B96A8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40A5D-803E-9D47-A184-04C9CCD13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97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20793" y="4551807"/>
            <a:ext cx="8783082" cy="108491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2200" y="4551807"/>
            <a:ext cx="8783082" cy="108491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6D491-415F-6F41-A0F7-CF5D2D7B96A8}" type="datetimeFigureOut">
              <a:rPr lang="en-US" smtClean="0"/>
              <a:t>9/25/26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40A5D-803E-9D47-A184-04C9CCD13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957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3484" y="910365"/>
            <a:ext cx="17824490" cy="330500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3487" y="4191622"/>
            <a:ext cx="8742717" cy="2054249"/>
          </a:xfrm>
        </p:spPr>
        <p:txBody>
          <a:bodyPr anchor="b"/>
          <a:lstStyle>
            <a:lvl1pPr marL="0" indent="0">
              <a:buNone/>
              <a:defRPr sz="5424" b="1"/>
            </a:lvl1pPr>
            <a:lvl2pPr marL="1033318" indent="0">
              <a:buNone/>
              <a:defRPr sz="4520" b="1"/>
            </a:lvl2pPr>
            <a:lvl3pPr marL="2066635" indent="0">
              <a:buNone/>
              <a:defRPr sz="4068" b="1"/>
            </a:lvl3pPr>
            <a:lvl4pPr marL="3099953" indent="0">
              <a:buNone/>
              <a:defRPr sz="3616" b="1"/>
            </a:lvl4pPr>
            <a:lvl5pPr marL="4133271" indent="0">
              <a:buNone/>
              <a:defRPr sz="3616" b="1"/>
            </a:lvl5pPr>
            <a:lvl6pPr marL="5166589" indent="0">
              <a:buNone/>
              <a:defRPr sz="3616" b="1"/>
            </a:lvl6pPr>
            <a:lvl7pPr marL="6199906" indent="0">
              <a:buNone/>
              <a:defRPr sz="3616" b="1"/>
            </a:lvl7pPr>
            <a:lvl8pPr marL="7233224" indent="0">
              <a:buNone/>
              <a:defRPr sz="3616" b="1"/>
            </a:lvl8pPr>
            <a:lvl9pPr marL="8266542" indent="0">
              <a:buNone/>
              <a:defRPr sz="361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23487" y="6245871"/>
            <a:ext cx="8742717" cy="91867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462201" y="4191622"/>
            <a:ext cx="8785774" cy="2054249"/>
          </a:xfrm>
        </p:spPr>
        <p:txBody>
          <a:bodyPr anchor="b"/>
          <a:lstStyle>
            <a:lvl1pPr marL="0" indent="0">
              <a:buNone/>
              <a:defRPr sz="5424" b="1"/>
            </a:lvl1pPr>
            <a:lvl2pPr marL="1033318" indent="0">
              <a:buNone/>
              <a:defRPr sz="4520" b="1"/>
            </a:lvl2pPr>
            <a:lvl3pPr marL="2066635" indent="0">
              <a:buNone/>
              <a:defRPr sz="4068" b="1"/>
            </a:lvl3pPr>
            <a:lvl4pPr marL="3099953" indent="0">
              <a:buNone/>
              <a:defRPr sz="3616" b="1"/>
            </a:lvl4pPr>
            <a:lvl5pPr marL="4133271" indent="0">
              <a:buNone/>
              <a:defRPr sz="3616" b="1"/>
            </a:lvl5pPr>
            <a:lvl6pPr marL="5166589" indent="0">
              <a:buNone/>
              <a:defRPr sz="3616" b="1"/>
            </a:lvl6pPr>
            <a:lvl7pPr marL="6199906" indent="0">
              <a:buNone/>
              <a:defRPr sz="3616" b="1"/>
            </a:lvl7pPr>
            <a:lvl8pPr marL="7233224" indent="0">
              <a:buNone/>
              <a:defRPr sz="3616" b="1"/>
            </a:lvl8pPr>
            <a:lvl9pPr marL="8266542" indent="0">
              <a:buNone/>
              <a:defRPr sz="361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462201" y="6245871"/>
            <a:ext cx="8785774" cy="91867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6D491-415F-6F41-A0F7-CF5D2D7B96A8}" type="datetimeFigureOut">
              <a:rPr lang="en-US" smtClean="0"/>
              <a:t>9/25/26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40A5D-803E-9D47-A184-04C9CCD13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460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6D491-415F-6F41-A0F7-CF5D2D7B96A8}" type="datetimeFigureOut">
              <a:rPr lang="en-US" smtClean="0"/>
              <a:t>9/25/26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40A5D-803E-9D47-A184-04C9CCD13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985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6D491-415F-6F41-A0F7-CF5D2D7B96A8}" type="datetimeFigureOut">
              <a:rPr lang="en-US" smtClean="0"/>
              <a:t>9/25/26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40A5D-803E-9D47-A184-04C9CCD13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349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3484" y="1139931"/>
            <a:ext cx="6665347" cy="3989758"/>
          </a:xfrm>
        </p:spPr>
        <p:txBody>
          <a:bodyPr anchor="b"/>
          <a:lstStyle>
            <a:lvl1pPr>
              <a:defRPr sz="723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85774" y="2461938"/>
            <a:ext cx="10462200" cy="12151346"/>
          </a:xfrm>
        </p:spPr>
        <p:txBody>
          <a:bodyPr/>
          <a:lstStyle>
            <a:lvl1pPr>
              <a:defRPr sz="7232"/>
            </a:lvl1pPr>
            <a:lvl2pPr>
              <a:defRPr sz="6328"/>
            </a:lvl2pPr>
            <a:lvl3pPr>
              <a:defRPr sz="5424"/>
            </a:lvl3pPr>
            <a:lvl4pPr>
              <a:defRPr sz="4520"/>
            </a:lvl4pPr>
            <a:lvl5pPr>
              <a:defRPr sz="4520"/>
            </a:lvl5pPr>
            <a:lvl6pPr>
              <a:defRPr sz="4520"/>
            </a:lvl6pPr>
            <a:lvl7pPr>
              <a:defRPr sz="4520"/>
            </a:lvl7pPr>
            <a:lvl8pPr>
              <a:defRPr sz="4520"/>
            </a:lvl8pPr>
            <a:lvl9pPr>
              <a:defRPr sz="45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23484" y="5129689"/>
            <a:ext cx="6665347" cy="9503383"/>
          </a:xfrm>
        </p:spPr>
        <p:txBody>
          <a:bodyPr/>
          <a:lstStyle>
            <a:lvl1pPr marL="0" indent="0">
              <a:buNone/>
              <a:defRPr sz="3616"/>
            </a:lvl1pPr>
            <a:lvl2pPr marL="1033318" indent="0">
              <a:buNone/>
              <a:defRPr sz="3164"/>
            </a:lvl2pPr>
            <a:lvl3pPr marL="2066635" indent="0">
              <a:buNone/>
              <a:defRPr sz="2712"/>
            </a:lvl3pPr>
            <a:lvl4pPr marL="3099953" indent="0">
              <a:buNone/>
              <a:defRPr sz="2260"/>
            </a:lvl4pPr>
            <a:lvl5pPr marL="4133271" indent="0">
              <a:buNone/>
              <a:defRPr sz="2260"/>
            </a:lvl5pPr>
            <a:lvl6pPr marL="5166589" indent="0">
              <a:buNone/>
              <a:defRPr sz="2260"/>
            </a:lvl6pPr>
            <a:lvl7pPr marL="6199906" indent="0">
              <a:buNone/>
              <a:defRPr sz="2260"/>
            </a:lvl7pPr>
            <a:lvl8pPr marL="7233224" indent="0">
              <a:buNone/>
              <a:defRPr sz="2260"/>
            </a:lvl8pPr>
            <a:lvl9pPr marL="8266542" indent="0">
              <a:buNone/>
              <a:defRPr sz="226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6D491-415F-6F41-A0F7-CF5D2D7B96A8}" type="datetimeFigureOut">
              <a:rPr lang="en-US" smtClean="0"/>
              <a:t>9/25/26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40A5D-803E-9D47-A184-04C9CCD13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26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3484" y="1139931"/>
            <a:ext cx="6665347" cy="3989758"/>
          </a:xfrm>
        </p:spPr>
        <p:txBody>
          <a:bodyPr anchor="b"/>
          <a:lstStyle>
            <a:lvl1pPr>
              <a:defRPr sz="723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785774" y="2461938"/>
            <a:ext cx="10462200" cy="12151346"/>
          </a:xfrm>
        </p:spPr>
        <p:txBody>
          <a:bodyPr anchor="t"/>
          <a:lstStyle>
            <a:lvl1pPr marL="0" indent="0">
              <a:buNone/>
              <a:defRPr sz="7232"/>
            </a:lvl1pPr>
            <a:lvl2pPr marL="1033318" indent="0">
              <a:buNone/>
              <a:defRPr sz="6328"/>
            </a:lvl2pPr>
            <a:lvl3pPr marL="2066635" indent="0">
              <a:buNone/>
              <a:defRPr sz="5424"/>
            </a:lvl3pPr>
            <a:lvl4pPr marL="3099953" indent="0">
              <a:buNone/>
              <a:defRPr sz="4520"/>
            </a:lvl4pPr>
            <a:lvl5pPr marL="4133271" indent="0">
              <a:buNone/>
              <a:defRPr sz="4520"/>
            </a:lvl5pPr>
            <a:lvl6pPr marL="5166589" indent="0">
              <a:buNone/>
              <a:defRPr sz="4520"/>
            </a:lvl6pPr>
            <a:lvl7pPr marL="6199906" indent="0">
              <a:buNone/>
              <a:defRPr sz="4520"/>
            </a:lvl7pPr>
            <a:lvl8pPr marL="7233224" indent="0">
              <a:buNone/>
              <a:defRPr sz="4520"/>
            </a:lvl8pPr>
            <a:lvl9pPr marL="8266542" indent="0">
              <a:buNone/>
              <a:defRPr sz="452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23484" y="5129689"/>
            <a:ext cx="6665347" cy="9503383"/>
          </a:xfrm>
        </p:spPr>
        <p:txBody>
          <a:bodyPr/>
          <a:lstStyle>
            <a:lvl1pPr marL="0" indent="0">
              <a:buNone/>
              <a:defRPr sz="3616"/>
            </a:lvl1pPr>
            <a:lvl2pPr marL="1033318" indent="0">
              <a:buNone/>
              <a:defRPr sz="3164"/>
            </a:lvl2pPr>
            <a:lvl3pPr marL="2066635" indent="0">
              <a:buNone/>
              <a:defRPr sz="2712"/>
            </a:lvl3pPr>
            <a:lvl4pPr marL="3099953" indent="0">
              <a:buNone/>
              <a:defRPr sz="2260"/>
            </a:lvl4pPr>
            <a:lvl5pPr marL="4133271" indent="0">
              <a:buNone/>
              <a:defRPr sz="2260"/>
            </a:lvl5pPr>
            <a:lvl6pPr marL="5166589" indent="0">
              <a:buNone/>
              <a:defRPr sz="2260"/>
            </a:lvl6pPr>
            <a:lvl7pPr marL="6199906" indent="0">
              <a:buNone/>
              <a:defRPr sz="2260"/>
            </a:lvl7pPr>
            <a:lvl8pPr marL="7233224" indent="0">
              <a:buNone/>
              <a:defRPr sz="2260"/>
            </a:lvl8pPr>
            <a:lvl9pPr marL="8266542" indent="0">
              <a:buNone/>
              <a:defRPr sz="226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6D491-415F-6F41-A0F7-CF5D2D7B96A8}" type="datetimeFigureOut">
              <a:rPr lang="en-US" smtClean="0"/>
              <a:t>9/25/26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40A5D-803E-9D47-A184-04C9CCD13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175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6D491-415F-6F41-A0F7-CF5D2D7B96A8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40A5D-803E-9D47-A184-04C9CCD13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723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4789161" y="910361"/>
            <a:ext cx="4456122" cy="1449058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20794" y="910361"/>
            <a:ext cx="13110041" cy="1449058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6D491-415F-6F41-A0F7-CF5D2D7B96A8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40A5D-803E-9D47-A184-04C9CCD13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701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20793" y="910365"/>
            <a:ext cx="17824490" cy="33050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0793" y="4551807"/>
            <a:ext cx="17824490" cy="108491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20793" y="15848209"/>
            <a:ext cx="4649867" cy="9103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71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D6D491-415F-6F41-A0F7-CF5D2D7B96A8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5638" y="15848209"/>
            <a:ext cx="6974800" cy="9103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71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4595415" y="15848209"/>
            <a:ext cx="4649867" cy="9103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71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940A5D-803E-9D47-A184-04C9CCD13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687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defTabSz="2066635" rtl="0" eaLnBrk="1" latinLnBrk="0" hangingPunct="1">
        <a:lnSpc>
          <a:spcPct val="90000"/>
        </a:lnSpc>
        <a:spcBef>
          <a:spcPct val="0"/>
        </a:spcBef>
        <a:buNone/>
        <a:defRPr sz="99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16659" indent="-516659" algn="l" defTabSz="2066635" rtl="0" eaLnBrk="1" latinLnBrk="0" hangingPunct="1">
        <a:lnSpc>
          <a:spcPct val="90000"/>
        </a:lnSpc>
        <a:spcBef>
          <a:spcPts val="2260"/>
        </a:spcBef>
        <a:buFont typeface="Arial" panose="020B0604020202020204" pitchFamily="34" charset="0"/>
        <a:buChar char="•"/>
        <a:defRPr sz="6328" kern="1200">
          <a:solidFill>
            <a:schemeClr val="tx1"/>
          </a:solidFill>
          <a:latin typeface="+mn-lt"/>
          <a:ea typeface="+mn-ea"/>
          <a:cs typeface="+mn-cs"/>
        </a:defRPr>
      </a:lvl1pPr>
      <a:lvl2pPr marL="1549977" indent="-516659" algn="l" defTabSz="2066635" rtl="0" eaLnBrk="1" latinLnBrk="0" hangingPunct="1">
        <a:lnSpc>
          <a:spcPct val="90000"/>
        </a:lnSpc>
        <a:spcBef>
          <a:spcPts val="1130"/>
        </a:spcBef>
        <a:buFont typeface="Arial" panose="020B0604020202020204" pitchFamily="34" charset="0"/>
        <a:buChar char="•"/>
        <a:defRPr sz="5424" kern="1200">
          <a:solidFill>
            <a:schemeClr val="tx1"/>
          </a:solidFill>
          <a:latin typeface="+mn-lt"/>
          <a:ea typeface="+mn-ea"/>
          <a:cs typeface="+mn-cs"/>
        </a:defRPr>
      </a:lvl2pPr>
      <a:lvl3pPr marL="2583294" indent="-516659" algn="l" defTabSz="2066635" rtl="0" eaLnBrk="1" latinLnBrk="0" hangingPunct="1">
        <a:lnSpc>
          <a:spcPct val="90000"/>
        </a:lnSpc>
        <a:spcBef>
          <a:spcPts val="1130"/>
        </a:spcBef>
        <a:buFont typeface="Arial" panose="020B0604020202020204" pitchFamily="34" charset="0"/>
        <a:buChar char="•"/>
        <a:defRPr sz="4520" kern="1200">
          <a:solidFill>
            <a:schemeClr val="tx1"/>
          </a:solidFill>
          <a:latin typeface="+mn-lt"/>
          <a:ea typeface="+mn-ea"/>
          <a:cs typeface="+mn-cs"/>
        </a:defRPr>
      </a:lvl3pPr>
      <a:lvl4pPr marL="3616612" indent="-516659" algn="l" defTabSz="2066635" rtl="0" eaLnBrk="1" latinLnBrk="0" hangingPunct="1">
        <a:lnSpc>
          <a:spcPct val="90000"/>
        </a:lnSpc>
        <a:spcBef>
          <a:spcPts val="1130"/>
        </a:spcBef>
        <a:buFont typeface="Arial" panose="020B0604020202020204" pitchFamily="34" charset="0"/>
        <a:buChar char="•"/>
        <a:defRPr sz="4068" kern="1200">
          <a:solidFill>
            <a:schemeClr val="tx1"/>
          </a:solidFill>
          <a:latin typeface="+mn-lt"/>
          <a:ea typeface="+mn-ea"/>
          <a:cs typeface="+mn-cs"/>
        </a:defRPr>
      </a:lvl4pPr>
      <a:lvl5pPr marL="4649930" indent="-516659" algn="l" defTabSz="2066635" rtl="0" eaLnBrk="1" latinLnBrk="0" hangingPunct="1">
        <a:lnSpc>
          <a:spcPct val="90000"/>
        </a:lnSpc>
        <a:spcBef>
          <a:spcPts val="1130"/>
        </a:spcBef>
        <a:buFont typeface="Arial" panose="020B0604020202020204" pitchFamily="34" charset="0"/>
        <a:buChar char="•"/>
        <a:defRPr sz="4068" kern="1200">
          <a:solidFill>
            <a:schemeClr val="tx1"/>
          </a:solidFill>
          <a:latin typeface="+mn-lt"/>
          <a:ea typeface="+mn-ea"/>
          <a:cs typeface="+mn-cs"/>
        </a:defRPr>
      </a:lvl5pPr>
      <a:lvl6pPr marL="5683247" indent="-516659" algn="l" defTabSz="2066635" rtl="0" eaLnBrk="1" latinLnBrk="0" hangingPunct="1">
        <a:lnSpc>
          <a:spcPct val="90000"/>
        </a:lnSpc>
        <a:spcBef>
          <a:spcPts val="1130"/>
        </a:spcBef>
        <a:buFont typeface="Arial" panose="020B0604020202020204" pitchFamily="34" charset="0"/>
        <a:buChar char="•"/>
        <a:defRPr sz="4068" kern="1200">
          <a:solidFill>
            <a:schemeClr val="tx1"/>
          </a:solidFill>
          <a:latin typeface="+mn-lt"/>
          <a:ea typeface="+mn-ea"/>
          <a:cs typeface="+mn-cs"/>
        </a:defRPr>
      </a:lvl6pPr>
      <a:lvl7pPr marL="6716565" indent="-516659" algn="l" defTabSz="2066635" rtl="0" eaLnBrk="1" latinLnBrk="0" hangingPunct="1">
        <a:lnSpc>
          <a:spcPct val="90000"/>
        </a:lnSpc>
        <a:spcBef>
          <a:spcPts val="1130"/>
        </a:spcBef>
        <a:buFont typeface="Arial" panose="020B0604020202020204" pitchFamily="34" charset="0"/>
        <a:buChar char="•"/>
        <a:defRPr sz="4068" kern="1200">
          <a:solidFill>
            <a:schemeClr val="tx1"/>
          </a:solidFill>
          <a:latin typeface="+mn-lt"/>
          <a:ea typeface="+mn-ea"/>
          <a:cs typeface="+mn-cs"/>
        </a:defRPr>
      </a:lvl7pPr>
      <a:lvl8pPr marL="7749883" indent="-516659" algn="l" defTabSz="2066635" rtl="0" eaLnBrk="1" latinLnBrk="0" hangingPunct="1">
        <a:lnSpc>
          <a:spcPct val="90000"/>
        </a:lnSpc>
        <a:spcBef>
          <a:spcPts val="1130"/>
        </a:spcBef>
        <a:buFont typeface="Arial" panose="020B0604020202020204" pitchFamily="34" charset="0"/>
        <a:buChar char="•"/>
        <a:defRPr sz="4068" kern="1200">
          <a:solidFill>
            <a:schemeClr val="tx1"/>
          </a:solidFill>
          <a:latin typeface="+mn-lt"/>
          <a:ea typeface="+mn-ea"/>
          <a:cs typeface="+mn-cs"/>
        </a:defRPr>
      </a:lvl8pPr>
      <a:lvl9pPr marL="8783201" indent="-516659" algn="l" defTabSz="2066635" rtl="0" eaLnBrk="1" latinLnBrk="0" hangingPunct="1">
        <a:lnSpc>
          <a:spcPct val="90000"/>
        </a:lnSpc>
        <a:spcBef>
          <a:spcPts val="1130"/>
        </a:spcBef>
        <a:buFont typeface="Arial" panose="020B0604020202020204" pitchFamily="34" charset="0"/>
        <a:buChar char="•"/>
        <a:defRPr sz="406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066635" rtl="0" eaLnBrk="1" latinLnBrk="0" hangingPunct="1">
        <a:defRPr sz="4068" kern="1200">
          <a:solidFill>
            <a:schemeClr val="tx1"/>
          </a:solidFill>
          <a:latin typeface="+mn-lt"/>
          <a:ea typeface="+mn-ea"/>
          <a:cs typeface="+mn-cs"/>
        </a:defRPr>
      </a:lvl1pPr>
      <a:lvl2pPr marL="1033318" algn="l" defTabSz="2066635" rtl="0" eaLnBrk="1" latinLnBrk="0" hangingPunct="1">
        <a:defRPr sz="4068" kern="1200">
          <a:solidFill>
            <a:schemeClr val="tx1"/>
          </a:solidFill>
          <a:latin typeface="+mn-lt"/>
          <a:ea typeface="+mn-ea"/>
          <a:cs typeface="+mn-cs"/>
        </a:defRPr>
      </a:lvl2pPr>
      <a:lvl3pPr marL="2066635" algn="l" defTabSz="2066635" rtl="0" eaLnBrk="1" latinLnBrk="0" hangingPunct="1">
        <a:defRPr sz="4068" kern="1200">
          <a:solidFill>
            <a:schemeClr val="tx1"/>
          </a:solidFill>
          <a:latin typeface="+mn-lt"/>
          <a:ea typeface="+mn-ea"/>
          <a:cs typeface="+mn-cs"/>
        </a:defRPr>
      </a:lvl3pPr>
      <a:lvl4pPr marL="3099953" algn="l" defTabSz="2066635" rtl="0" eaLnBrk="1" latinLnBrk="0" hangingPunct="1">
        <a:defRPr sz="4068" kern="1200">
          <a:solidFill>
            <a:schemeClr val="tx1"/>
          </a:solidFill>
          <a:latin typeface="+mn-lt"/>
          <a:ea typeface="+mn-ea"/>
          <a:cs typeface="+mn-cs"/>
        </a:defRPr>
      </a:lvl4pPr>
      <a:lvl5pPr marL="4133271" algn="l" defTabSz="2066635" rtl="0" eaLnBrk="1" latinLnBrk="0" hangingPunct="1">
        <a:defRPr sz="4068" kern="1200">
          <a:solidFill>
            <a:schemeClr val="tx1"/>
          </a:solidFill>
          <a:latin typeface="+mn-lt"/>
          <a:ea typeface="+mn-ea"/>
          <a:cs typeface="+mn-cs"/>
        </a:defRPr>
      </a:lvl5pPr>
      <a:lvl6pPr marL="5166589" algn="l" defTabSz="2066635" rtl="0" eaLnBrk="1" latinLnBrk="0" hangingPunct="1">
        <a:defRPr sz="4068" kern="1200">
          <a:solidFill>
            <a:schemeClr val="tx1"/>
          </a:solidFill>
          <a:latin typeface="+mn-lt"/>
          <a:ea typeface="+mn-ea"/>
          <a:cs typeface="+mn-cs"/>
        </a:defRPr>
      </a:lvl6pPr>
      <a:lvl7pPr marL="6199906" algn="l" defTabSz="2066635" rtl="0" eaLnBrk="1" latinLnBrk="0" hangingPunct="1">
        <a:defRPr sz="4068" kern="1200">
          <a:solidFill>
            <a:schemeClr val="tx1"/>
          </a:solidFill>
          <a:latin typeface="+mn-lt"/>
          <a:ea typeface="+mn-ea"/>
          <a:cs typeface="+mn-cs"/>
        </a:defRPr>
      </a:lvl7pPr>
      <a:lvl8pPr marL="7233224" algn="l" defTabSz="2066635" rtl="0" eaLnBrk="1" latinLnBrk="0" hangingPunct="1">
        <a:defRPr sz="4068" kern="1200">
          <a:solidFill>
            <a:schemeClr val="tx1"/>
          </a:solidFill>
          <a:latin typeface="+mn-lt"/>
          <a:ea typeface="+mn-ea"/>
          <a:cs typeface="+mn-cs"/>
        </a:defRPr>
      </a:lvl8pPr>
      <a:lvl9pPr marL="8266542" algn="l" defTabSz="2066635" rtl="0" eaLnBrk="1" latinLnBrk="0" hangingPunct="1">
        <a:defRPr sz="406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" name="Group 163">
            <a:extLst>
              <a:ext uri="{FF2B5EF4-FFF2-40B4-BE49-F238E27FC236}">
                <a16:creationId xmlns:a16="http://schemas.microsoft.com/office/drawing/2014/main" id="{AB614791-A2F6-1EF3-B04A-0383AA1ABA07}"/>
              </a:ext>
            </a:extLst>
          </p:cNvPr>
          <p:cNvGrpSpPr/>
          <p:nvPr/>
        </p:nvGrpSpPr>
        <p:grpSpPr>
          <a:xfrm>
            <a:off x="633" y="-60960"/>
            <a:ext cx="20643591" cy="17166528"/>
            <a:chOff x="307608" y="706580"/>
            <a:chExt cx="20643591" cy="17166528"/>
          </a:xfrm>
        </p:grpSpPr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2F45C672-E241-3C91-3777-D27D52AB7E56}"/>
                </a:ext>
              </a:extLst>
            </p:cNvPr>
            <p:cNvSpPr txBox="1"/>
            <p:nvPr/>
          </p:nvSpPr>
          <p:spPr>
            <a:xfrm>
              <a:off x="368031" y="706582"/>
              <a:ext cx="32512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/>
                <a:t>Safe</a:t>
              </a:r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FBB8EF5F-84EF-13AE-990E-70FFC131E582}"/>
                </a:ext>
              </a:extLst>
            </p:cNvPr>
            <p:cNvSpPr txBox="1"/>
            <p:nvPr/>
          </p:nvSpPr>
          <p:spPr>
            <a:xfrm>
              <a:off x="3630274" y="706581"/>
              <a:ext cx="32512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/>
                <a:t>Full</a:t>
              </a:r>
            </a:p>
          </p:txBody>
        </p: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8B59254F-D798-8875-A5D0-A0334C117806}"/>
                </a:ext>
              </a:extLst>
            </p:cNvPr>
            <p:cNvSpPr txBox="1"/>
            <p:nvPr/>
          </p:nvSpPr>
          <p:spPr>
            <a:xfrm>
              <a:off x="6881474" y="706580"/>
              <a:ext cx="326224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/>
                <a:t>Pristine</a:t>
              </a:r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97658A55-6DC7-A850-53A7-0582CCD77340}"/>
                </a:ext>
              </a:extLst>
            </p:cNvPr>
            <p:cNvSpPr txBox="1"/>
            <p:nvPr/>
          </p:nvSpPr>
          <p:spPr>
            <a:xfrm>
              <a:off x="356988" y="4492234"/>
              <a:ext cx="9786729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800" b="1" i="1" dirty="0">
                  <a:solidFill>
                    <a:srgbClr val="FF0000"/>
                  </a:solidFill>
                </a:rPr>
                <a:t>Two bright red </a:t>
              </a:r>
              <a:r>
                <a:rPr lang="en-US" sz="2800" b="1" i="1" dirty="0" err="1">
                  <a:solidFill>
                    <a:srgbClr val="FF0000"/>
                  </a:solidFill>
                </a:rPr>
                <a:t>skiboards</a:t>
              </a:r>
              <a:r>
                <a:rPr lang="en-US" sz="2800" i="1" dirty="0"/>
                <a:t> are propped up against a tree. Next to them, a pair of black skating shoes…</a:t>
              </a: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1A6E2498-0A0D-934D-3EDE-13C55F62DA36}"/>
                </a:ext>
              </a:extLst>
            </p:cNvPr>
            <p:cNvSpPr txBox="1"/>
            <p:nvPr/>
          </p:nvSpPr>
          <p:spPr>
            <a:xfrm>
              <a:off x="347327" y="8625022"/>
              <a:ext cx="9764643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800" i="1" dirty="0"/>
                <a:t>A vibrant red bus is parked on a bustling city street, its size overshadowing </a:t>
              </a:r>
              <a:r>
                <a:rPr lang="en-US" sz="2800" b="1" i="1" dirty="0">
                  <a:solidFill>
                    <a:srgbClr val="FF0000"/>
                  </a:solidFill>
                </a:rPr>
                <a:t>the adjacent white van</a:t>
              </a:r>
              <a:r>
                <a:rPr lang="en-US" sz="2800" i="1" dirty="0"/>
                <a:t>…</a:t>
              </a:r>
            </a:p>
          </p:txBody>
        </p:sp>
        <p:sp>
          <p:nvSpPr>
            <p:cNvPr id="170" name="TextBox 169">
              <a:extLst>
                <a:ext uri="{FF2B5EF4-FFF2-40B4-BE49-F238E27FC236}">
                  <a16:creationId xmlns:a16="http://schemas.microsoft.com/office/drawing/2014/main" id="{06537F78-589E-4037-25CA-DC52683CDBF0}"/>
                </a:ext>
              </a:extLst>
            </p:cNvPr>
            <p:cNvSpPr txBox="1"/>
            <p:nvPr/>
          </p:nvSpPr>
          <p:spPr>
            <a:xfrm>
              <a:off x="350017" y="16919001"/>
              <a:ext cx="9759118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800" i="1" dirty="0"/>
                <a:t> Under the ethereal glow of the aurora borealis, </a:t>
              </a:r>
              <a:r>
                <a:rPr lang="en-US" sz="2800" b="1" i="1" dirty="0">
                  <a:solidFill>
                    <a:srgbClr val="FF0000"/>
                  </a:solidFill>
                </a:rPr>
                <a:t>a solitary figure stands</a:t>
              </a:r>
              <a:r>
                <a:rPr lang="en-US" sz="2800" i="1" dirty="0"/>
                <a:t> before an illuminated ice igloo.</a:t>
              </a:r>
            </a:p>
          </p:txBody>
        </p:sp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6FB983CA-EC44-0F1E-140F-E3E63C514F30}"/>
                </a:ext>
              </a:extLst>
            </p:cNvPr>
            <p:cNvSpPr txBox="1"/>
            <p:nvPr/>
          </p:nvSpPr>
          <p:spPr>
            <a:xfrm>
              <a:off x="11175513" y="706582"/>
              <a:ext cx="32512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/>
                <a:t>Safe</a:t>
              </a:r>
            </a:p>
          </p:txBody>
        </p: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5A97BEA3-72A8-4BA7-AB3E-8746848C61F0}"/>
                </a:ext>
              </a:extLst>
            </p:cNvPr>
            <p:cNvSpPr txBox="1"/>
            <p:nvPr/>
          </p:nvSpPr>
          <p:spPr>
            <a:xfrm>
              <a:off x="14437756" y="706581"/>
              <a:ext cx="32512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/>
                <a:t>Full</a:t>
              </a:r>
            </a:p>
          </p:txBody>
        </p:sp>
        <p:sp>
          <p:nvSpPr>
            <p:cNvPr id="173" name="TextBox 172">
              <a:extLst>
                <a:ext uri="{FF2B5EF4-FFF2-40B4-BE49-F238E27FC236}">
                  <a16:creationId xmlns:a16="http://schemas.microsoft.com/office/drawing/2014/main" id="{FD7F0D75-ED53-87DF-CAD6-9C7A57E5B51A}"/>
                </a:ext>
              </a:extLst>
            </p:cNvPr>
            <p:cNvSpPr txBox="1"/>
            <p:nvPr/>
          </p:nvSpPr>
          <p:spPr>
            <a:xfrm>
              <a:off x="17688956" y="706580"/>
              <a:ext cx="326224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/>
                <a:t>Pristine</a:t>
              </a:r>
            </a:p>
          </p:txBody>
        </p:sp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A4DA69C6-C791-8BB0-5DD9-3CC2F589CB28}"/>
                </a:ext>
              </a:extLst>
            </p:cNvPr>
            <p:cNvSpPr txBox="1"/>
            <p:nvPr/>
          </p:nvSpPr>
          <p:spPr>
            <a:xfrm>
              <a:off x="11164470" y="4492234"/>
              <a:ext cx="9786729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800" dirty="0"/>
                <a:t>An cubist painting depicts </a:t>
              </a:r>
              <a:r>
                <a:rPr lang="en-US" sz="2800" b="1" i="1" dirty="0">
                  <a:solidFill>
                    <a:srgbClr val="FF0000"/>
                  </a:solidFill>
                </a:rPr>
                <a:t>a tornado, composed of angular shark figures</a:t>
              </a:r>
              <a:r>
                <a:rPr lang="en-US" sz="2800" dirty="0"/>
                <a:t>, collides with the forms of a skyscraper…</a:t>
              </a:r>
              <a:endParaRPr lang="en-US" sz="2800" i="1" dirty="0"/>
            </a:p>
          </p:txBody>
        </p:sp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id="{3FD5A0BC-D0AA-23A0-543E-A1D0B71F365C}"/>
                </a:ext>
              </a:extLst>
            </p:cNvPr>
            <p:cNvSpPr txBox="1"/>
            <p:nvPr/>
          </p:nvSpPr>
          <p:spPr>
            <a:xfrm>
              <a:off x="11154809" y="8625022"/>
              <a:ext cx="9764643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i="1" dirty="0"/>
                <a:t>Painting depicting a chestnut horse standing amidst a field of tulips and daisies. In the background, </a:t>
              </a:r>
              <a:r>
                <a:rPr lang="en-US" sz="2800" b="1" i="1" dirty="0">
                  <a:solidFill>
                    <a:srgbClr val="FF0000"/>
                  </a:solidFill>
                </a:rPr>
                <a:t>a traditional windmill</a:t>
              </a:r>
              <a:r>
                <a:rPr lang="en-US" sz="2800" i="1" dirty="0"/>
                <a:t>…</a:t>
              </a:r>
            </a:p>
          </p:txBody>
        </p: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0D30A1B8-4005-59CA-FCF8-EBEB9ABA8EFF}"/>
                </a:ext>
              </a:extLst>
            </p:cNvPr>
            <p:cNvSpPr txBox="1"/>
            <p:nvPr/>
          </p:nvSpPr>
          <p:spPr>
            <a:xfrm>
              <a:off x="11155517" y="16919001"/>
              <a:ext cx="9759118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800" i="1" dirty="0"/>
                <a:t>Snowy peaks rise majestically against a dawn sky, </a:t>
              </a:r>
              <a:r>
                <a:rPr lang="en-US" sz="2800" b="1" i="1" dirty="0">
                  <a:solidFill>
                    <a:srgbClr val="FF0000"/>
                  </a:solidFill>
                </a:rPr>
                <a:t>a forest of evergreen trees stands below, blanketed in pristine snow</a:t>
              </a:r>
              <a:r>
                <a:rPr lang="en-US" sz="2800" i="1" dirty="0"/>
                <a:t>.</a:t>
              </a:r>
            </a:p>
          </p:txBody>
        </p:sp>
        <p:pic>
          <p:nvPicPr>
            <p:cNvPr id="177" name="Picture 176">
              <a:extLst>
                <a:ext uri="{FF2B5EF4-FFF2-40B4-BE49-F238E27FC236}">
                  <a16:creationId xmlns:a16="http://schemas.microsoft.com/office/drawing/2014/main" id="{B65436A6-96B9-9F25-7166-4C4BE45EE0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406713" y="13701940"/>
              <a:ext cx="3209998" cy="3216021"/>
            </a:xfrm>
            <a:prstGeom prst="rect">
              <a:avLst/>
            </a:prstGeom>
          </p:spPr>
        </p:pic>
        <p:pic>
          <p:nvPicPr>
            <p:cNvPr id="178" name="Picture 177">
              <a:extLst>
                <a:ext uri="{FF2B5EF4-FFF2-40B4-BE49-F238E27FC236}">
                  <a16:creationId xmlns:a16="http://schemas.microsoft.com/office/drawing/2014/main" id="{787CA7E1-B92A-FB74-7684-772CB16F2C4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597145" y="1277437"/>
              <a:ext cx="3251200" cy="3251200"/>
            </a:xfrm>
            <a:prstGeom prst="rect">
              <a:avLst/>
            </a:prstGeom>
          </p:spPr>
        </p:pic>
        <p:pic>
          <p:nvPicPr>
            <p:cNvPr id="179" name="Picture 178">
              <a:extLst>
                <a:ext uri="{FF2B5EF4-FFF2-40B4-BE49-F238E27FC236}">
                  <a16:creationId xmlns:a16="http://schemas.microsoft.com/office/drawing/2014/main" id="{CC0350E2-06B1-DD0E-E3C0-2F1E32ECE9B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45945" y="1280666"/>
              <a:ext cx="3251200" cy="3261889"/>
            </a:xfrm>
            <a:prstGeom prst="rect">
              <a:avLst/>
            </a:prstGeom>
          </p:spPr>
        </p:pic>
        <p:pic>
          <p:nvPicPr>
            <p:cNvPr id="180" name="Picture 179">
              <a:extLst>
                <a:ext uri="{FF2B5EF4-FFF2-40B4-BE49-F238E27FC236}">
                  <a16:creationId xmlns:a16="http://schemas.microsoft.com/office/drawing/2014/main" id="{12FF4D21-FF13-46CD-3C71-A9FC2D91A6B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848345" y="1277437"/>
              <a:ext cx="3251200" cy="3251200"/>
            </a:xfrm>
            <a:prstGeom prst="rect">
              <a:avLst/>
            </a:prstGeom>
          </p:spPr>
        </p:pic>
        <p:pic>
          <p:nvPicPr>
            <p:cNvPr id="181" name="Picture 180">
              <a:extLst>
                <a:ext uri="{FF2B5EF4-FFF2-40B4-BE49-F238E27FC236}">
                  <a16:creationId xmlns:a16="http://schemas.microsoft.com/office/drawing/2014/main" id="{648F03A0-58B9-6936-2814-697B920BBB8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1197602" y="1280666"/>
              <a:ext cx="3251200" cy="3251200"/>
            </a:xfrm>
            <a:prstGeom prst="rect">
              <a:avLst/>
            </a:prstGeom>
          </p:spPr>
        </p:pic>
        <p:pic>
          <p:nvPicPr>
            <p:cNvPr id="182" name="Picture 181">
              <a:extLst>
                <a:ext uri="{FF2B5EF4-FFF2-40B4-BE49-F238E27FC236}">
                  <a16:creationId xmlns:a16="http://schemas.microsoft.com/office/drawing/2014/main" id="{76020B6D-76C2-5EE4-3F57-4539ED60B71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4416421" y="1280580"/>
              <a:ext cx="3251200" cy="3251200"/>
            </a:xfrm>
            <a:prstGeom prst="rect">
              <a:avLst/>
            </a:prstGeom>
          </p:spPr>
        </p:pic>
        <p:pic>
          <p:nvPicPr>
            <p:cNvPr id="183" name="Picture 182">
              <a:extLst>
                <a:ext uri="{FF2B5EF4-FFF2-40B4-BE49-F238E27FC236}">
                  <a16:creationId xmlns:a16="http://schemas.microsoft.com/office/drawing/2014/main" id="{465FB3A4-AFC2-EE91-8EBD-B34C638A4C6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7643165" y="1280580"/>
              <a:ext cx="3262243" cy="3251200"/>
            </a:xfrm>
            <a:prstGeom prst="rect">
              <a:avLst/>
            </a:prstGeom>
          </p:spPr>
        </p:pic>
        <p:pic>
          <p:nvPicPr>
            <p:cNvPr id="184" name="Picture 183">
              <a:extLst>
                <a:ext uri="{FF2B5EF4-FFF2-40B4-BE49-F238E27FC236}">
                  <a16:creationId xmlns:a16="http://schemas.microsoft.com/office/drawing/2014/main" id="{6AE6DF2A-A544-9D40-1D6C-964ABC4EC2E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45945" y="5446341"/>
              <a:ext cx="3251200" cy="3251200"/>
            </a:xfrm>
            <a:prstGeom prst="rect">
              <a:avLst/>
            </a:prstGeom>
          </p:spPr>
        </p:pic>
        <p:pic>
          <p:nvPicPr>
            <p:cNvPr id="185" name="Picture 184">
              <a:extLst>
                <a:ext uri="{FF2B5EF4-FFF2-40B4-BE49-F238E27FC236}">
                  <a16:creationId xmlns:a16="http://schemas.microsoft.com/office/drawing/2014/main" id="{5FB6BC01-CB45-BA41-7A4A-B5C1613EA25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573888" y="5447836"/>
              <a:ext cx="3251200" cy="3251200"/>
            </a:xfrm>
            <a:prstGeom prst="rect">
              <a:avLst/>
            </a:prstGeom>
          </p:spPr>
        </p:pic>
        <p:pic>
          <p:nvPicPr>
            <p:cNvPr id="186" name="Picture 185">
              <a:extLst>
                <a:ext uri="{FF2B5EF4-FFF2-40B4-BE49-F238E27FC236}">
                  <a16:creationId xmlns:a16="http://schemas.microsoft.com/office/drawing/2014/main" id="{355A7776-9364-A715-3CE2-9394519D2ED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815530" y="5446341"/>
              <a:ext cx="3274354" cy="3251200"/>
            </a:xfrm>
            <a:prstGeom prst="rect">
              <a:avLst/>
            </a:prstGeom>
          </p:spPr>
        </p:pic>
        <p:pic>
          <p:nvPicPr>
            <p:cNvPr id="187" name="Picture 186">
              <a:extLst>
                <a:ext uri="{FF2B5EF4-FFF2-40B4-BE49-F238E27FC236}">
                  <a16:creationId xmlns:a16="http://schemas.microsoft.com/office/drawing/2014/main" id="{12F43239-6168-7326-B7E7-4CE8FE824CD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4428098" y="5446341"/>
              <a:ext cx="3251200" cy="3251200"/>
            </a:xfrm>
            <a:prstGeom prst="rect">
              <a:avLst/>
            </a:prstGeom>
          </p:spPr>
        </p:pic>
        <p:pic>
          <p:nvPicPr>
            <p:cNvPr id="188" name="Picture 187">
              <a:extLst>
                <a:ext uri="{FF2B5EF4-FFF2-40B4-BE49-F238E27FC236}">
                  <a16:creationId xmlns:a16="http://schemas.microsoft.com/office/drawing/2014/main" id="{FD991F01-FBD0-F228-001C-4A53BD2FEB6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1187941" y="5446341"/>
              <a:ext cx="3251200" cy="3251200"/>
            </a:xfrm>
            <a:prstGeom prst="rect">
              <a:avLst/>
            </a:prstGeom>
          </p:spPr>
        </p:pic>
        <p:pic>
          <p:nvPicPr>
            <p:cNvPr id="189" name="Picture 188">
              <a:extLst>
                <a:ext uri="{FF2B5EF4-FFF2-40B4-BE49-F238E27FC236}">
                  <a16:creationId xmlns:a16="http://schemas.microsoft.com/office/drawing/2014/main" id="{7C0C20A3-1489-3C01-C4FE-6AE8F48416F5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7675458" y="5438372"/>
              <a:ext cx="3220289" cy="3251200"/>
            </a:xfrm>
            <a:prstGeom prst="rect">
              <a:avLst/>
            </a:prstGeom>
          </p:spPr>
        </p:pic>
        <p:pic>
          <p:nvPicPr>
            <p:cNvPr id="190" name="Picture 189">
              <a:extLst>
                <a:ext uri="{FF2B5EF4-FFF2-40B4-BE49-F238E27FC236}">
                  <a16:creationId xmlns:a16="http://schemas.microsoft.com/office/drawing/2014/main" id="{F00F2484-9F14-FD16-BBE7-D86274C5C144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3564330" y="9593005"/>
              <a:ext cx="3251200" cy="3251200"/>
            </a:xfrm>
            <a:prstGeom prst="rect">
              <a:avLst/>
            </a:prstGeom>
          </p:spPr>
        </p:pic>
        <p:pic>
          <p:nvPicPr>
            <p:cNvPr id="191" name="Picture 190">
              <a:extLst>
                <a:ext uri="{FF2B5EF4-FFF2-40B4-BE49-F238E27FC236}">
                  <a16:creationId xmlns:a16="http://schemas.microsoft.com/office/drawing/2014/main" id="{648A8BC8-6396-E4E1-8014-B5D1727592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345944" y="9593004"/>
              <a:ext cx="3218385" cy="3251200"/>
            </a:xfrm>
            <a:prstGeom prst="rect">
              <a:avLst/>
            </a:prstGeom>
          </p:spPr>
        </p:pic>
        <p:pic>
          <p:nvPicPr>
            <p:cNvPr id="192" name="Picture 191">
              <a:extLst>
                <a:ext uri="{FF2B5EF4-FFF2-40B4-BE49-F238E27FC236}">
                  <a16:creationId xmlns:a16="http://schemas.microsoft.com/office/drawing/2014/main" id="{AD26C9C9-B504-0201-56ED-A37C3A836B6D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6815530" y="9593004"/>
              <a:ext cx="3274354" cy="3251200"/>
            </a:xfrm>
            <a:prstGeom prst="rect">
              <a:avLst/>
            </a:prstGeom>
          </p:spPr>
        </p:pic>
        <p:sp>
          <p:nvSpPr>
            <p:cNvPr id="193" name="TextBox 192">
              <a:extLst>
                <a:ext uri="{FF2B5EF4-FFF2-40B4-BE49-F238E27FC236}">
                  <a16:creationId xmlns:a16="http://schemas.microsoft.com/office/drawing/2014/main" id="{32722479-FBF6-E589-A5C1-903715918574}"/>
                </a:ext>
              </a:extLst>
            </p:cNvPr>
            <p:cNvSpPr txBox="1"/>
            <p:nvPr/>
          </p:nvSpPr>
          <p:spPr>
            <a:xfrm>
              <a:off x="307608" y="12812673"/>
              <a:ext cx="9764643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800" b="1" i="1" dirty="0">
                  <a:solidFill>
                    <a:srgbClr val="FF0000"/>
                  </a:solidFill>
                </a:rPr>
                <a:t>Three layers of chocolate brownies </a:t>
              </a:r>
              <a:r>
                <a:rPr lang="en-US" sz="2800" i="1" dirty="0"/>
                <a:t>topped with vibrant green mint frosting surrounded by additional brownies…</a:t>
              </a:r>
            </a:p>
          </p:txBody>
        </p:sp>
        <p:pic>
          <p:nvPicPr>
            <p:cNvPr id="194" name="Picture 193">
              <a:extLst>
                <a:ext uri="{FF2B5EF4-FFF2-40B4-BE49-F238E27FC236}">
                  <a16:creationId xmlns:a16="http://schemas.microsoft.com/office/drawing/2014/main" id="{0314D834-7FBA-0AAF-7040-631B8C18C3CC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11186556" y="9593004"/>
              <a:ext cx="3251200" cy="3251200"/>
            </a:xfrm>
            <a:prstGeom prst="rect">
              <a:avLst/>
            </a:prstGeom>
          </p:spPr>
        </p:pic>
        <p:pic>
          <p:nvPicPr>
            <p:cNvPr id="195" name="Picture 194">
              <a:extLst>
                <a:ext uri="{FF2B5EF4-FFF2-40B4-BE49-F238E27FC236}">
                  <a16:creationId xmlns:a16="http://schemas.microsoft.com/office/drawing/2014/main" id="{0FEC9E3A-6D03-D3A2-B26C-CFC4E5367A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14432238" y="9591973"/>
              <a:ext cx="3251200" cy="3251200"/>
            </a:xfrm>
            <a:prstGeom prst="rect">
              <a:avLst/>
            </a:prstGeom>
          </p:spPr>
        </p:pic>
        <p:pic>
          <p:nvPicPr>
            <p:cNvPr id="196" name="Picture 195">
              <a:extLst>
                <a:ext uri="{FF2B5EF4-FFF2-40B4-BE49-F238E27FC236}">
                  <a16:creationId xmlns:a16="http://schemas.microsoft.com/office/drawing/2014/main" id="{15734F42-D5D6-E0EE-88DC-02DF79CF05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17677915" y="9591973"/>
              <a:ext cx="3217002" cy="3251200"/>
            </a:xfrm>
            <a:prstGeom prst="rect">
              <a:avLst/>
            </a:prstGeom>
          </p:spPr>
        </p:pic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21F6E00D-98B3-DD89-F95F-448F0677AEB0}"/>
                </a:ext>
              </a:extLst>
            </p:cNvPr>
            <p:cNvSpPr txBox="1"/>
            <p:nvPr/>
          </p:nvSpPr>
          <p:spPr>
            <a:xfrm>
              <a:off x="11130274" y="12812672"/>
              <a:ext cx="9764643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800" i="1" dirty="0"/>
                <a:t>A cosmic teardrop carved from the desert sand </a:t>
              </a:r>
              <a:r>
                <a:rPr lang="en-US" sz="2800" b="1" i="1" dirty="0">
                  <a:solidFill>
                    <a:srgbClr val="FF0000"/>
                  </a:solidFill>
                </a:rPr>
                <a:t>cradles a swirling galaxy</a:t>
              </a:r>
              <a:r>
                <a:rPr lang="en-US" sz="2800" i="1" dirty="0"/>
                <a:t>, defying gravity as it floats against a starlit sky.</a:t>
              </a:r>
            </a:p>
          </p:txBody>
        </p:sp>
        <p:pic>
          <p:nvPicPr>
            <p:cNvPr id="198" name="Picture 197">
              <a:extLst>
                <a:ext uri="{FF2B5EF4-FFF2-40B4-BE49-F238E27FC236}">
                  <a16:creationId xmlns:a16="http://schemas.microsoft.com/office/drawing/2014/main" id="{74EDF03E-8C8A-3729-ED3A-BF56241D833D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362334" y="13701939"/>
              <a:ext cx="3251200" cy="3251200"/>
            </a:xfrm>
            <a:prstGeom prst="rect">
              <a:avLst/>
            </a:prstGeom>
          </p:spPr>
        </p:pic>
        <p:pic>
          <p:nvPicPr>
            <p:cNvPr id="199" name="Picture 198">
              <a:extLst>
                <a:ext uri="{FF2B5EF4-FFF2-40B4-BE49-F238E27FC236}">
                  <a16:creationId xmlns:a16="http://schemas.microsoft.com/office/drawing/2014/main" id="{8D6815C9-39D1-F7CD-E827-F1D76F1D0D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3606136" y="13701460"/>
              <a:ext cx="3251200" cy="3251200"/>
            </a:xfrm>
            <a:prstGeom prst="rect">
              <a:avLst/>
            </a:prstGeom>
          </p:spPr>
        </p:pic>
        <p:pic>
          <p:nvPicPr>
            <p:cNvPr id="200" name="Picture 199">
              <a:extLst>
                <a:ext uri="{FF2B5EF4-FFF2-40B4-BE49-F238E27FC236}">
                  <a16:creationId xmlns:a16="http://schemas.microsoft.com/office/drawing/2014/main" id="{8F4FFBE9-C82B-60A5-3DDB-A2723BA8761C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6826289" y="13700980"/>
              <a:ext cx="3251200" cy="3251200"/>
            </a:xfrm>
            <a:prstGeom prst="rect">
              <a:avLst/>
            </a:prstGeom>
          </p:spPr>
        </p:pic>
        <p:pic>
          <p:nvPicPr>
            <p:cNvPr id="201" name="Picture 200">
              <a:extLst>
                <a:ext uri="{FF2B5EF4-FFF2-40B4-BE49-F238E27FC236}">
                  <a16:creationId xmlns:a16="http://schemas.microsoft.com/office/drawing/2014/main" id="{4949D97E-AA4D-851F-4F44-6165B5DCCD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11158666" y="13709326"/>
              <a:ext cx="3251200" cy="3208636"/>
            </a:xfrm>
            <a:prstGeom prst="rect">
              <a:avLst/>
            </a:prstGeom>
          </p:spPr>
        </p:pic>
        <p:pic>
          <p:nvPicPr>
            <p:cNvPr id="202" name="Picture 201">
              <a:extLst>
                <a:ext uri="{FF2B5EF4-FFF2-40B4-BE49-F238E27FC236}">
                  <a16:creationId xmlns:a16="http://schemas.microsoft.com/office/drawing/2014/main" id="{5EE5F2A7-9352-9DBF-AF37-834E6CE674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14413949" y="13700900"/>
              <a:ext cx="3269489" cy="3194527"/>
            </a:xfrm>
            <a:prstGeom prst="rect">
              <a:avLst/>
            </a:prstGeom>
          </p:spPr>
        </p:pic>
        <p:pic>
          <p:nvPicPr>
            <p:cNvPr id="203" name="Picture 202">
              <a:extLst>
                <a:ext uri="{FF2B5EF4-FFF2-40B4-BE49-F238E27FC236}">
                  <a16:creationId xmlns:a16="http://schemas.microsoft.com/office/drawing/2014/main" id="{551CEBDF-37DD-33D9-EB93-055B2F42E7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17666870" y="13709326"/>
              <a:ext cx="3226280" cy="320863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706341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589</TotalTime>
  <Words>173</Words>
  <Application>Microsoft Macintosh PowerPoint</Application>
  <PresentationFormat>Custom</PresentationFormat>
  <Paragraphs>15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Anirudh Sundara Rajan</dc:creator>
  <cp:lastModifiedBy>Yong Jae Lee</cp:lastModifiedBy>
  <cp:revision>9</cp:revision>
  <dcterms:created xsi:type="dcterms:W3CDTF">2026-09-23T22:29:31Z</dcterms:created>
  <dcterms:modified xsi:type="dcterms:W3CDTF">2026-09-25T16:45:33Z</dcterms:modified>
</cp:coreProperties>
</file>